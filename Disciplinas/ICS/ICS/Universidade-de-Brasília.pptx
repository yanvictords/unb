
<file path=[Content_Types].xml><?xml version="1.0" encoding="utf-8"?>
<Types xmlns="http://schemas.openxmlformats.org/package/2006/content-types">
  <Override PartName="/_rels/.rels" ContentType="application/vnd.openxmlformats-package.relationships+xml"/>
  <Override PartName="/ppt/_rels/presentation.xml.rels" ContentType="application/vnd.openxmlformats-package.relationships+xml"/>
  <Override PartName="/ppt/slides/slide10.xml" ContentType="application/vnd.openxmlformats-officedocument.presentationml.slide+xml"/>
  <Override PartName="/ppt/slides/slide9.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8.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Layouts/slideLayout2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3.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8.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5.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media/image6.png" ContentType="image/png"/>
  <Override PartName="/ppt/media/image4.png" ContentType="image/png"/>
  <Override PartName="/ppt/media/image3.png" ContentType="image/png"/>
  <Override PartName="/ppt/media/image5.jpeg" ContentType="image/jpeg"/>
  <Override PartName="/ppt/media/image2.png" ContentType="image/png"/>
  <Override PartName="/ppt/media/image1.png" ContentType="image/png"/>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presentation.xml" ContentType="application/vnd.openxmlformats-officedocument.presentationml.presentation.main+xml"/>
</Types>
</file>

<file path=_rels/.rels><?xml version="1.0" encoding="UTF-8"?>
<Relationships xmlns="http://schemas.openxmlformats.org/package/2006/relationships"><Relationship Id="rId1"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Lst>
  <p:sldSz cx="9144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
</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3" name="PlaceHolder 2"/>
          <p:cNvSpPr>
            <a:spLocks noGrp="1"/>
          </p:cNvSpPr>
          <p:nvPr>
            <p:ph type="subTitle"/>
          </p:nvPr>
        </p:nvSpPr>
        <p:spPr>
          <a:xfrm>
            <a:off x="457200" y="1604520"/>
            <a:ext cx="8229240" cy="3977640"/>
          </a:xfrm>
          <a:prstGeom prst="rect">
            <a:avLst/>
          </a:prstGeom>
        </p:spPr>
        <p:txBody>
          <a:bodyPr lIns="0" rIns="0" tIns="0" bIns="0" anchor="ctr"/>
          <a:p>
            <a:pPr algn="ctr"/>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p>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4680"/>
            <a:ext cx="8228880" cy="5298120"/>
          </a:xfrm>
          <a:prstGeom prst="rect">
            <a:avLst/>
          </a:prstGeom>
        </p:spPr>
        <p:txBody>
          <a:bodyPr lIns="0" rIns="0" tIns="0" bIns="0" anchor="ctr"/>
          <a:p>
            <a:pPr algn="ctr"/>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13" name="PlaceHolder 3"/>
          <p:cNvSpPr>
            <a:spLocks noGrp="1"/>
          </p:cNvSpPr>
          <p:nvPr>
            <p:ph type="body"/>
          </p:nvPr>
        </p:nvSpPr>
        <p:spPr>
          <a:xfrm>
            <a:off x="457200" y="3682080"/>
            <a:ext cx="4015800" cy="1896840"/>
          </a:xfrm>
          <a:prstGeom prst="rect">
            <a:avLst/>
          </a:prstGeom>
        </p:spPr>
        <p:txBody>
          <a:bodyPr lIns="0" rIns="0" tIns="0" bIns="0"/>
          <a:p>
            <a:endParaRPr/>
          </a:p>
        </p:txBody>
      </p:sp>
      <p:sp>
        <p:nvSpPr>
          <p:cNvPr id="14" name="PlaceHolder 4"/>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p>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p>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29" name="PlaceHolder 4"/>
          <p:cNvSpPr>
            <a:spLocks noGrp="1"/>
          </p:cNvSpPr>
          <p:nvPr>
            <p:ph type="body"/>
          </p:nvPr>
        </p:nvSpPr>
        <p:spPr>
          <a:xfrm>
            <a:off x="4674240" y="3682080"/>
            <a:ext cx="4015800" cy="1896840"/>
          </a:xfrm>
          <a:prstGeom prst="rect">
            <a:avLst/>
          </a:prstGeom>
        </p:spPr>
        <p:txBody>
          <a:bodyPr lIns="0" rIns="0" tIns="0" bIns="0"/>
          <a:p>
            <a:endParaRPr/>
          </a:p>
        </p:txBody>
      </p:sp>
      <p:sp>
        <p:nvSpPr>
          <p:cNvPr id="30" name="PlaceHolder 5"/>
          <p:cNvSpPr>
            <a:spLocks noGrp="1"/>
          </p:cNvSpPr>
          <p:nvPr>
            <p:ph type="body"/>
          </p:nvPr>
        </p:nvSpPr>
        <p:spPr>
          <a:xfrm>
            <a:off x="457200" y="3682080"/>
            <a:ext cx="4015800" cy="1896840"/>
          </a:xfrm>
          <a:prstGeom prst="rect">
            <a:avLst/>
          </a:prstGeom>
        </p:spPr>
        <p:txBody>
          <a:bodyPr lIns="0" rIns="0" tIns="0" bIns="0"/>
          <a:p>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32" name="PlaceHolder 2"/>
          <p:cNvSpPr>
            <a:spLocks noGrp="1"/>
          </p:cNvSpPr>
          <p:nvPr>
            <p:ph type="body"/>
          </p:nvPr>
        </p:nvSpPr>
        <p:spPr>
          <a:xfrm>
            <a:off x="457200" y="1604520"/>
            <a:ext cx="8229240" cy="3977280"/>
          </a:xfrm>
          <a:prstGeom prst="rect">
            <a:avLst/>
          </a:prstGeom>
        </p:spPr>
        <p:txBody>
          <a:bodyPr lIns="0" rIns="0" tIns="0" bIns="0"/>
          <a:p>
            <a:endParaRPr/>
          </a:p>
        </p:txBody>
      </p:sp>
      <p:sp>
        <p:nvSpPr>
          <p:cNvPr id="33" name="PlaceHolder 3"/>
          <p:cNvSpPr>
            <a:spLocks noGrp="1"/>
          </p:cNvSpPr>
          <p:nvPr>
            <p:ph type="body"/>
          </p:nvPr>
        </p:nvSpPr>
        <p:spPr>
          <a:xfrm>
            <a:off x="457200" y="1604520"/>
            <a:ext cx="8229240" cy="3977280"/>
          </a:xfrm>
          <a:prstGeom prst="rect">
            <a:avLst/>
          </a:prstGeom>
        </p:spPr>
        <p:txBody>
          <a:bodyPr lIns="0" rIns="0" tIns="0" bIns="0"/>
          <a:p>
            <a:endParaRPr/>
          </a:p>
        </p:txBody>
      </p:sp>
      <p:pic>
        <p:nvPicPr>
          <p:cNvPr id="34" name="" descr=""/>
          <p:cNvPicPr/>
          <p:nvPr/>
        </p:nvPicPr>
        <p:blipFill>
          <a:blip r:embed="rId2"/>
          <a:stretch>
            <a:fillRect/>
          </a:stretch>
        </p:blipFill>
        <p:spPr>
          <a:xfrm>
            <a:off x="2079000" y="1604520"/>
            <a:ext cx="4984920" cy="3977280"/>
          </a:xfrm>
          <a:prstGeom prst="rect">
            <a:avLst/>
          </a:prstGeom>
          <a:ln>
            <a:noFill/>
          </a:ln>
        </p:spPr>
      </p:pic>
      <p:pic>
        <p:nvPicPr>
          <p:cNvPr id="35" name="" descr=""/>
          <p:cNvPicPr/>
          <p:nvPr/>
        </p:nvPicPr>
        <p:blipFill>
          <a:blip r:embed="rId3"/>
          <a:stretch>
            <a:fillRect/>
          </a:stretch>
        </p:blipFill>
        <p:spPr>
          <a:xfrm>
            <a:off x="2079000" y="1604520"/>
            <a:ext cx="4984920" cy="3977280"/>
          </a:xfrm>
          <a:prstGeom prst="rect">
            <a:avLst/>
          </a:prstGeom>
          <a:ln>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39" name="PlaceHolder 2"/>
          <p:cNvSpPr>
            <a:spLocks noGrp="1"/>
          </p:cNvSpPr>
          <p:nvPr>
            <p:ph type="subTitle"/>
          </p:nvPr>
        </p:nvSpPr>
        <p:spPr>
          <a:xfrm>
            <a:off x="457200" y="1604520"/>
            <a:ext cx="8229240" cy="3977640"/>
          </a:xfrm>
          <a:prstGeom prst="rect">
            <a:avLst/>
          </a:prstGeom>
        </p:spPr>
        <p:txBody>
          <a:bodyPr lIns="0" rIns="0" tIns="0" bIns="0" anchor="ctr"/>
          <a:p>
            <a:pPr algn="ctr"/>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41" name="PlaceHolder 2"/>
          <p:cNvSpPr>
            <a:spLocks noGrp="1"/>
          </p:cNvSpPr>
          <p:nvPr>
            <p:ph type="body"/>
          </p:nvPr>
        </p:nvSpPr>
        <p:spPr>
          <a:xfrm>
            <a:off x="457200" y="1604520"/>
            <a:ext cx="8229240" cy="3977280"/>
          </a:xfrm>
          <a:prstGeom prst="rect">
            <a:avLst/>
          </a:prstGeom>
        </p:spPr>
        <p:txBody>
          <a:bodyPr lIns="0" rIns="0" tIns="0" bIns="0"/>
          <a:p>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43"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44" name="PlaceHolder 3"/>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457200" y="274680"/>
            <a:ext cx="8228880" cy="5298120"/>
          </a:xfrm>
          <a:prstGeom prst="rect">
            <a:avLst/>
          </a:prstGeom>
        </p:spPr>
        <p:txBody>
          <a:bodyPr lIns="0" rIns="0" tIns="0" bIns="0" anchor="ctr"/>
          <a:p>
            <a:pPr algn="ctr"/>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48"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49" name="PlaceHolder 3"/>
          <p:cNvSpPr>
            <a:spLocks noGrp="1"/>
          </p:cNvSpPr>
          <p:nvPr>
            <p:ph type="body"/>
          </p:nvPr>
        </p:nvSpPr>
        <p:spPr>
          <a:xfrm>
            <a:off x="457200" y="3682080"/>
            <a:ext cx="4015800" cy="1896840"/>
          </a:xfrm>
          <a:prstGeom prst="rect">
            <a:avLst/>
          </a:prstGeom>
        </p:spPr>
        <p:txBody>
          <a:bodyPr lIns="0" rIns="0" tIns="0" bIns="0"/>
          <a:p>
            <a:endParaRPr/>
          </a:p>
        </p:txBody>
      </p:sp>
      <p:sp>
        <p:nvSpPr>
          <p:cNvPr id="50" name="PlaceHolder 4"/>
          <p:cNvSpPr>
            <a:spLocks noGrp="1"/>
          </p:cNvSpPr>
          <p:nvPr>
            <p:ph type="body"/>
          </p:nvPr>
        </p:nvSpPr>
        <p:spPr>
          <a:xfrm>
            <a:off x="4674240" y="1604520"/>
            <a:ext cx="4015800" cy="3977280"/>
          </a:xfrm>
          <a:prstGeom prst="rect">
            <a:avLst/>
          </a:prstGeom>
        </p:spPr>
        <p:txBody>
          <a:bodyPr lIns="0" rIns="0" tIns="0" bIns="0"/>
          <a:p>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52" name="PlaceHolder 2"/>
          <p:cNvSpPr>
            <a:spLocks noGrp="1"/>
          </p:cNvSpPr>
          <p:nvPr>
            <p:ph type="body"/>
          </p:nvPr>
        </p:nvSpPr>
        <p:spPr>
          <a:xfrm>
            <a:off x="457200" y="1604520"/>
            <a:ext cx="4015800" cy="3977280"/>
          </a:xfrm>
          <a:prstGeom prst="rect">
            <a:avLst/>
          </a:prstGeom>
        </p:spPr>
        <p:txBody>
          <a:bodyPr lIns="0" rIns="0" tIns="0" bIns="0"/>
          <a:p>
            <a:endParaRPr/>
          </a:p>
        </p:txBody>
      </p:sp>
      <p:sp>
        <p:nvSpPr>
          <p:cNvPr id="53"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54" name="PlaceHolder 4"/>
          <p:cNvSpPr>
            <a:spLocks noGrp="1"/>
          </p:cNvSpPr>
          <p:nvPr>
            <p:ph type="body"/>
          </p:nvPr>
        </p:nvSpPr>
        <p:spPr>
          <a:xfrm>
            <a:off x="4674240" y="3682080"/>
            <a:ext cx="4015800" cy="1896840"/>
          </a:xfrm>
          <a:prstGeom prst="rect">
            <a:avLst/>
          </a:prstGeom>
        </p:spPr>
        <p:txBody>
          <a:bodyPr lIns="0" rIns="0" tIns="0" bIns="0"/>
          <a:p>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56"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57"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58" name="PlaceHolder 4"/>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60" name="PlaceHolder 2"/>
          <p:cNvSpPr>
            <a:spLocks noGrp="1"/>
          </p:cNvSpPr>
          <p:nvPr>
            <p:ph type="body"/>
          </p:nvPr>
        </p:nvSpPr>
        <p:spPr>
          <a:xfrm>
            <a:off x="457200" y="1604520"/>
            <a:ext cx="8229240" cy="1896840"/>
          </a:xfrm>
          <a:prstGeom prst="rect">
            <a:avLst/>
          </a:prstGeom>
        </p:spPr>
        <p:txBody>
          <a:bodyPr lIns="0" rIns="0" tIns="0" bIns="0"/>
          <a:p>
            <a:endParaRPr/>
          </a:p>
        </p:txBody>
      </p:sp>
      <p:sp>
        <p:nvSpPr>
          <p:cNvPr id="61" name="PlaceHolder 3"/>
          <p:cNvSpPr>
            <a:spLocks noGrp="1"/>
          </p:cNvSpPr>
          <p:nvPr>
            <p:ph type="body"/>
          </p:nvPr>
        </p:nvSpPr>
        <p:spPr>
          <a:xfrm>
            <a:off x="457200" y="3682080"/>
            <a:ext cx="8229240" cy="1896840"/>
          </a:xfrm>
          <a:prstGeom prst="rect">
            <a:avLst/>
          </a:prstGeom>
        </p:spPr>
        <p:txBody>
          <a:bodyPr lIns="0" rIns="0" tIns="0" bIns="0"/>
          <a:p>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63" name="PlaceHolder 2"/>
          <p:cNvSpPr>
            <a:spLocks noGrp="1"/>
          </p:cNvSpPr>
          <p:nvPr>
            <p:ph type="body"/>
          </p:nvPr>
        </p:nvSpPr>
        <p:spPr>
          <a:xfrm>
            <a:off x="457200" y="1604520"/>
            <a:ext cx="4015800" cy="1896840"/>
          </a:xfrm>
          <a:prstGeom prst="rect">
            <a:avLst/>
          </a:prstGeom>
        </p:spPr>
        <p:txBody>
          <a:bodyPr lIns="0" rIns="0" tIns="0" bIns="0"/>
          <a:p>
            <a:endParaRPr/>
          </a:p>
        </p:txBody>
      </p:sp>
      <p:sp>
        <p:nvSpPr>
          <p:cNvPr id="64" name="PlaceHolder 3"/>
          <p:cNvSpPr>
            <a:spLocks noGrp="1"/>
          </p:cNvSpPr>
          <p:nvPr>
            <p:ph type="body"/>
          </p:nvPr>
        </p:nvSpPr>
        <p:spPr>
          <a:xfrm>
            <a:off x="4674240" y="1604520"/>
            <a:ext cx="4015800" cy="1896840"/>
          </a:xfrm>
          <a:prstGeom prst="rect">
            <a:avLst/>
          </a:prstGeom>
        </p:spPr>
        <p:txBody>
          <a:bodyPr lIns="0" rIns="0" tIns="0" bIns="0"/>
          <a:p>
            <a:endParaRPr/>
          </a:p>
        </p:txBody>
      </p:sp>
      <p:sp>
        <p:nvSpPr>
          <p:cNvPr id="65" name="PlaceHolder 4"/>
          <p:cNvSpPr>
            <a:spLocks noGrp="1"/>
          </p:cNvSpPr>
          <p:nvPr>
            <p:ph type="body"/>
          </p:nvPr>
        </p:nvSpPr>
        <p:spPr>
          <a:xfrm>
            <a:off x="4674240" y="3682080"/>
            <a:ext cx="4015800" cy="1896840"/>
          </a:xfrm>
          <a:prstGeom prst="rect">
            <a:avLst/>
          </a:prstGeom>
        </p:spPr>
        <p:txBody>
          <a:bodyPr lIns="0" rIns="0" tIns="0" bIns="0"/>
          <a:p>
            <a:endParaRPr/>
          </a:p>
        </p:txBody>
      </p:sp>
      <p:sp>
        <p:nvSpPr>
          <p:cNvPr id="66" name="PlaceHolder 5"/>
          <p:cNvSpPr>
            <a:spLocks noGrp="1"/>
          </p:cNvSpPr>
          <p:nvPr>
            <p:ph type="body"/>
          </p:nvPr>
        </p:nvSpPr>
        <p:spPr>
          <a:xfrm>
            <a:off x="457200" y="3682080"/>
            <a:ext cx="4015800" cy="1896840"/>
          </a:xfrm>
          <a:prstGeom prst="rect">
            <a:avLst/>
          </a:prstGeom>
        </p:spPr>
        <p:txBody>
          <a:bodyPr lIns="0" rIns="0" tIns="0" bIns="0"/>
          <a:p>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8880" cy="1143000"/>
          </a:xfrm>
          <a:prstGeom prst="rect">
            <a:avLst/>
          </a:prstGeom>
        </p:spPr>
        <p:txBody>
          <a:bodyPr lIns="0" rIns="0" tIns="0" bIns="0" anchor="ctr"/>
          <a:p>
            <a:pPr algn="ctr"/>
            <a:endParaRPr/>
          </a:p>
        </p:txBody>
      </p:sp>
      <p:sp>
        <p:nvSpPr>
          <p:cNvPr id="68" name="PlaceHolder 2"/>
          <p:cNvSpPr>
            <a:spLocks noGrp="1"/>
          </p:cNvSpPr>
          <p:nvPr>
            <p:ph type="body"/>
          </p:nvPr>
        </p:nvSpPr>
        <p:spPr>
          <a:xfrm>
            <a:off x="457200" y="1604520"/>
            <a:ext cx="8229240" cy="3977280"/>
          </a:xfrm>
          <a:prstGeom prst="rect">
            <a:avLst/>
          </a:prstGeom>
        </p:spPr>
        <p:txBody>
          <a:bodyPr lIns="0" rIns="0" tIns="0" bIns="0"/>
          <a:p>
            <a:endParaRPr/>
          </a:p>
        </p:txBody>
      </p:sp>
      <p:sp>
        <p:nvSpPr>
          <p:cNvPr id="69" name="PlaceHolder 3"/>
          <p:cNvSpPr>
            <a:spLocks noGrp="1"/>
          </p:cNvSpPr>
          <p:nvPr>
            <p:ph type="body"/>
          </p:nvPr>
        </p:nvSpPr>
        <p:spPr>
          <a:xfrm>
            <a:off x="457200" y="1604520"/>
            <a:ext cx="8229240" cy="3977280"/>
          </a:xfrm>
          <a:prstGeom prst="rect">
            <a:avLst/>
          </a:prstGeom>
        </p:spPr>
        <p:txBody>
          <a:bodyPr lIns="0" rIns="0" tIns="0" bIns="0"/>
          <a:p>
            <a:endParaRPr/>
          </a:p>
        </p:txBody>
      </p:sp>
      <p:pic>
        <p:nvPicPr>
          <p:cNvPr id="70" name="" descr=""/>
          <p:cNvPicPr/>
          <p:nvPr/>
        </p:nvPicPr>
        <p:blipFill>
          <a:blip r:embed="rId2"/>
          <a:stretch>
            <a:fillRect/>
          </a:stretch>
        </p:blipFill>
        <p:spPr>
          <a:xfrm>
            <a:off x="2079000" y="1604520"/>
            <a:ext cx="4984920" cy="3977280"/>
          </a:xfrm>
          <a:prstGeom prst="rect">
            <a:avLst/>
          </a:prstGeom>
          <a:ln>
            <a:noFill/>
          </a:ln>
        </p:spPr>
      </p:pic>
      <p:pic>
        <p:nvPicPr>
          <p:cNvPr id="71" name="" descr=""/>
          <p:cNvPicPr/>
          <p:nvPr/>
        </p:nvPicPr>
        <p:blipFill>
          <a:blip r:embed="rId3"/>
          <a:stretch>
            <a:fillRect/>
          </a:stretch>
        </p:blipFill>
        <p:spPr>
          <a:xfrm>
            <a:off x="2079000" y="1604520"/>
            <a:ext cx="4984920" cy="3977280"/>
          </a:xfrm>
          <a:prstGeom prst="rect">
            <a:avLst/>
          </a:prstGeom>
          <a:ln>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880" cy="1142640"/>
          </a:xfrm>
          <a:prstGeom prst="rect">
            <a:avLst/>
          </a:prstGeom>
        </p:spPr>
        <p:txBody>
          <a:bodyPr lIns="0" rIns="0" tIns="0" bIns="0" anchor="ctr"/>
          <a:p>
            <a:r>
              <a:rPr lang="pt-BR">
                <a:latin typeface="Arial"/>
              </a:rPr>
              <a:t>Clique para editar o formato do texto do título</a:t>
            </a:r>
            <a:endParaRPr/>
          </a:p>
        </p:txBody>
      </p:sp>
      <p:sp>
        <p:nvSpPr>
          <p:cNvPr id="1" name="PlaceHolder 2"/>
          <p:cNvSpPr>
            <a:spLocks noGrp="1"/>
          </p:cNvSpPr>
          <p:nvPr>
            <p:ph type="body"/>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Clique para editar o formato do texto da estrutura de tópicos</a:t>
            </a:r>
            <a:endParaRPr/>
          </a:p>
          <a:p>
            <a:pPr lvl="1">
              <a:buSzPct val="75000"/>
              <a:buFont typeface="StarSymbol"/>
              <a:buChar char=""/>
            </a:pPr>
            <a:r>
              <a:rPr lang="pt-BR" sz="2800">
                <a:latin typeface="Arial"/>
              </a:rPr>
              <a:t>2.º Nível da estrutura de tópicos</a:t>
            </a:r>
            <a:endParaRPr/>
          </a:p>
          <a:p>
            <a:pPr lvl="2">
              <a:buSzPct val="45000"/>
              <a:buFont typeface="StarSymbol"/>
              <a:buChar char=""/>
            </a:pPr>
            <a:r>
              <a:rPr lang="pt-BR" sz="2400">
                <a:latin typeface="Arial"/>
              </a:rPr>
              <a:t>3.º Nível da estrutura de tópicos</a:t>
            </a:r>
            <a:endParaRPr/>
          </a:p>
          <a:p>
            <a:pPr lvl="3">
              <a:buSzPct val="75000"/>
              <a:buFont typeface="StarSymbol"/>
              <a:buChar char=""/>
            </a:pPr>
            <a:r>
              <a:rPr lang="pt-BR" sz="2000">
                <a:latin typeface="Arial"/>
              </a:rPr>
              <a:t>4.º Nível da estrutura de tópicos</a:t>
            </a:r>
            <a:endParaRPr/>
          </a:p>
          <a:p>
            <a:pPr lvl="4">
              <a:buSzPct val="45000"/>
              <a:buFont typeface="StarSymbol"/>
              <a:buChar char=""/>
            </a:pPr>
            <a:r>
              <a:rPr lang="pt-BR" sz="2000">
                <a:latin typeface="Arial"/>
              </a:rPr>
              <a:t>5.º Nível da estrutura de tópicos</a:t>
            </a:r>
            <a:endParaRPr/>
          </a:p>
          <a:p>
            <a:pPr lvl="5">
              <a:buSzPct val="45000"/>
              <a:buFont typeface="StarSymbol"/>
              <a:buChar char=""/>
            </a:pPr>
            <a:r>
              <a:rPr lang="pt-BR" sz="2000">
                <a:latin typeface="Arial"/>
              </a:rPr>
              <a:t>6.º Nível da estrutura de tópicos</a:t>
            </a:r>
            <a:endParaRPr/>
          </a:p>
          <a:p>
            <a:pPr lvl="6">
              <a:buSzPct val="45000"/>
              <a:buFont typeface="StarSymbol"/>
              <a:buChar char=""/>
            </a:pPr>
            <a:r>
              <a:rPr lang="pt-BR" sz="2000">
                <a:latin typeface="Arial"/>
              </a:rPr>
              <a:t>7.º Nível da estrutura de tópicos</a:t>
            </a:r>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rIns="0" tIns="0" bIns="0" anchor="ctr"/>
          <a:p>
            <a:pPr algn="ctr"/>
            <a:r>
              <a:rPr lang="pt-BR" sz="4400">
                <a:latin typeface="Arial"/>
              </a:rPr>
              <a:t>Clique para editar o formato do texto do título</a:t>
            </a:r>
            <a:endParaRPr/>
          </a:p>
        </p:txBody>
      </p:sp>
      <p:sp>
        <p:nvSpPr>
          <p:cNvPr id="37" name="PlaceHolder 2"/>
          <p:cNvSpPr>
            <a:spLocks noGrp="1"/>
          </p:cNvSpPr>
          <p:nvPr>
            <p:ph type="body"/>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Clique para editar o formato do texto da estrutura de tópicos</a:t>
            </a:r>
            <a:endParaRPr/>
          </a:p>
          <a:p>
            <a:pPr lvl="1">
              <a:buSzPct val="75000"/>
              <a:buFont typeface="StarSymbol"/>
              <a:buChar char=""/>
            </a:pPr>
            <a:r>
              <a:rPr lang="pt-BR" sz="2800">
                <a:latin typeface="Arial"/>
              </a:rPr>
              <a:t>2.º Nível da estrutura de tópicos</a:t>
            </a:r>
            <a:endParaRPr/>
          </a:p>
          <a:p>
            <a:pPr lvl="2">
              <a:buSzPct val="45000"/>
              <a:buFont typeface="StarSymbol"/>
              <a:buChar char=""/>
            </a:pPr>
            <a:r>
              <a:rPr lang="pt-BR" sz="2400">
                <a:latin typeface="Arial"/>
              </a:rPr>
              <a:t>3.º Nível da estrutura de tópicos</a:t>
            </a:r>
            <a:endParaRPr/>
          </a:p>
          <a:p>
            <a:pPr lvl="3">
              <a:buSzPct val="75000"/>
              <a:buFont typeface="StarSymbol"/>
              <a:buChar char=""/>
            </a:pPr>
            <a:r>
              <a:rPr lang="pt-BR" sz="2000">
                <a:latin typeface="Arial"/>
              </a:rPr>
              <a:t>4.º Nível da estrutura de tópicos</a:t>
            </a:r>
            <a:endParaRPr/>
          </a:p>
          <a:p>
            <a:pPr lvl="4">
              <a:buSzPct val="45000"/>
              <a:buFont typeface="StarSymbol"/>
              <a:buChar char=""/>
            </a:pPr>
            <a:r>
              <a:rPr lang="pt-BR" sz="2000">
                <a:latin typeface="Arial"/>
              </a:rPr>
              <a:t>5.º Nível da estrutura de tópicos</a:t>
            </a:r>
            <a:endParaRPr/>
          </a:p>
          <a:p>
            <a:pPr lvl="5">
              <a:buSzPct val="45000"/>
              <a:buFont typeface="StarSymbol"/>
              <a:buChar char=""/>
            </a:pPr>
            <a:r>
              <a:rPr lang="pt-BR" sz="2000">
                <a:latin typeface="Arial"/>
              </a:rPr>
              <a:t>6.º Nível da estrutura de tópicos</a:t>
            </a:r>
            <a:endParaRPr/>
          </a:p>
          <a:p>
            <a:pPr lvl="6">
              <a:buSzPct val="45000"/>
              <a:buFont typeface="StarSymbol"/>
              <a:buChar char=""/>
            </a:pPr>
            <a:r>
              <a:rPr lang="pt-BR" sz="2000">
                <a:latin typeface="Arial"/>
              </a:rPr>
              <a:t>7.º Nível da estrutura de tópicos</a:t>
            </a:r>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2" name="CustomShape 1"/>
          <p:cNvSpPr/>
          <p:nvPr/>
        </p:nvSpPr>
        <p:spPr>
          <a:xfrm>
            <a:off x="285840" y="0"/>
            <a:ext cx="9143280" cy="1469160"/>
          </a:xfrm>
          <a:prstGeom prst="rect">
            <a:avLst/>
          </a:prstGeom>
          <a:noFill/>
          <a:ln>
            <a:noFill/>
          </a:ln>
        </p:spPr>
        <p:txBody>
          <a:bodyPr lIns="90000" rIns="90000" tIns="45000" bIns="45000" anchor="ctr"/>
          <a:p>
            <a:pPr algn="ctr">
              <a:lnSpc>
                <a:spcPct val="100000"/>
              </a:lnSpc>
            </a:pPr>
            <a:r>
              <a:rPr lang="pt-BR" sz="4400">
                <a:solidFill>
                  <a:srgbClr val="000000"/>
                </a:solidFill>
                <a:latin typeface="Calibri"/>
              </a:rPr>
              <a:t>Universidade de Brasília</a:t>
            </a:r>
            <a:endParaRPr/>
          </a:p>
        </p:txBody>
      </p:sp>
      <p:sp>
        <p:nvSpPr>
          <p:cNvPr id="73" name="CustomShape 2"/>
          <p:cNvSpPr/>
          <p:nvPr/>
        </p:nvSpPr>
        <p:spPr>
          <a:xfrm>
            <a:off x="285840" y="1214280"/>
            <a:ext cx="9143280" cy="1751760"/>
          </a:xfrm>
          <a:prstGeom prst="rect">
            <a:avLst/>
          </a:prstGeom>
          <a:noFill/>
          <a:ln>
            <a:noFill/>
          </a:ln>
        </p:spPr>
        <p:txBody>
          <a:bodyPr lIns="90000" rIns="90000" tIns="45000" bIns="45000"/>
          <a:p>
            <a:pPr algn="ctr">
              <a:lnSpc>
                <a:spcPct val="100000"/>
              </a:lnSpc>
            </a:pPr>
            <a:r>
              <a:rPr lang="pt-BR" sz="2000">
                <a:solidFill>
                  <a:srgbClr val="000000"/>
                </a:solidFill>
                <a:latin typeface="Calibri"/>
              </a:rPr>
              <a:t>Introdução a computação sônica</a:t>
            </a:r>
            <a:endParaRPr/>
          </a:p>
        </p:txBody>
      </p:sp>
      <p:sp>
        <p:nvSpPr>
          <p:cNvPr id="74" name="CustomShape 3"/>
          <p:cNvSpPr/>
          <p:nvPr/>
        </p:nvSpPr>
        <p:spPr>
          <a:xfrm>
            <a:off x="428760" y="5786280"/>
            <a:ext cx="8714520" cy="912960"/>
          </a:xfrm>
          <a:prstGeom prst="rect">
            <a:avLst/>
          </a:prstGeom>
          <a:noFill/>
          <a:ln>
            <a:noFill/>
          </a:ln>
        </p:spPr>
        <p:txBody>
          <a:bodyPr lIns="90000" rIns="90000" tIns="45000" bIns="45000"/>
          <a:p>
            <a:pPr>
              <a:lnSpc>
                <a:spcPct val="100000"/>
              </a:lnSpc>
            </a:pPr>
            <a:r>
              <a:rPr lang="pt-BR">
                <a:solidFill>
                  <a:srgbClr val="000000"/>
                </a:solidFill>
                <a:latin typeface="Calibri"/>
              </a:rPr>
              <a:t>Guilherme Andreúce - 140141961</a:t>
            </a:r>
            <a:endParaRPr/>
          </a:p>
          <a:p>
            <a:pPr>
              <a:lnSpc>
                <a:spcPct val="100000"/>
              </a:lnSpc>
            </a:pPr>
            <a:r>
              <a:rPr lang="pt-BR">
                <a:solidFill>
                  <a:srgbClr val="000000"/>
                </a:solidFill>
                <a:latin typeface="Calibri"/>
              </a:rPr>
              <a:t>Yan Victor - 140033599</a:t>
            </a:r>
            <a:endParaRPr/>
          </a:p>
          <a:p>
            <a:pPr>
              <a:lnSpc>
                <a:spcPct val="100000"/>
              </a:lnSpc>
            </a:pPr>
            <a:endParaRPr/>
          </a:p>
        </p:txBody>
      </p:sp>
      <p:pic>
        <p:nvPicPr>
          <p:cNvPr id="75" name="Imagem 7" descr=""/>
          <p:cNvPicPr/>
          <p:nvPr/>
        </p:nvPicPr>
        <p:blipFill>
          <a:blip r:embed="rId1"/>
          <a:stretch>
            <a:fillRect/>
          </a:stretch>
        </p:blipFill>
        <p:spPr>
          <a:xfrm>
            <a:off x="2714760" y="2500200"/>
            <a:ext cx="3864960" cy="2387160"/>
          </a:xfrm>
          <a:prstGeom prst="rect">
            <a:avLst/>
          </a:prstGeom>
          <a:ln>
            <a:noFill/>
          </a:ln>
        </p:spPr>
      </p:pic>
      <p:pic>
        <p:nvPicPr>
          <p:cNvPr id="76" name="Picture 2" descr=""/>
          <p:cNvPicPr/>
          <p:nvPr/>
        </p:nvPicPr>
        <p:blipFill>
          <a:blip r:embed="rId2"/>
          <a:stretch>
            <a:fillRect/>
          </a:stretch>
        </p:blipFill>
        <p:spPr>
          <a:xfrm>
            <a:off x="142920" y="214200"/>
            <a:ext cx="1485360" cy="961200"/>
          </a:xfrm>
          <a:prstGeom prst="rect">
            <a:avLst/>
          </a:prstGeom>
          <a:ln>
            <a:noFill/>
          </a:ln>
        </p:spPr>
      </p:pic>
    </p:spTree>
  </p:cSld>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7" name="TextShape 1"/>
          <p:cNvSpPr txBox="1"/>
          <p:nvPr/>
        </p:nvSpPr>
        <p:spPr>
          <a:xfrm>
            <a:off x="457200" y="274680"/>
            <a:ext cx="8228880" cy="1142640"/>
          </a:xfrm>
          <a:prstGeom prst="rect">
            <a:avLst/>
          </a:prstGeom>
        </p:spPr>
        <p:txBody>
          <a:bodyPr lIns="0" rIns="0" tIns="0" bIns="0" anchor="ctr"/>
          <a:p>
            <a:pPr algn="ctr"/>
            <a:r>
              <a:rPr lang="pt-BR" sz="4400">
                <a:latin typeface="Arial"/>
              </a:rPr>
              <a:t>Sumário</a:t>
            </a:r>
            <a:endParaRPr/>
          </a:p>
        </p:txBody>
      </p:sp>
      <p:sp>
        <p:nvSpPr>
          <p:cNvPr id="78"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Especificação do Trabalho 4</a:t>
            </a:r>
            <a:endParaRPr/>
          </a:p>
          <a:p>
            <a:pPr>
              <a:buSzPct val="45000"/>
              <a:buFont typeface="StarSymbol"/>
              <a:buChar char=""/>
            </a:pPr>
            <a:r>
              <a:rPr lang="pt-BR" sz="3200">
                <a:latin typeface="Arial"/>
              </a:rPr>
              <a:t>O que são cartas espectrais</a:t>
            </a:r>
            <a:endParaRPr/>
          </a:p>
          <a:p>
            <a:pPr>
              <a:buSzPct val="45000"/>
              <a:buFont typeface="StarSymbol"/>
              <a:buChar char=""/>
            </a:pPr>
            <a:r>
              <a:rPr lang="pt-BR" sz="3200">
                <a:latin typeface="Arial"/>
              </a:rPr>
              <a:t>Parâmetros</a:t>
            </a:r>
            <a:endParaRPr/>
          </a:p>
          <a:p>
            <a:pPr>
              <a:buSzPct val="45000"/>
              <a:buFont typeface="StarSymbol"/>
              <a:buChar char=""/>
            </a:pPr>
            <a:r>
              <a:rPr lang="pt-BR" sz="3200">
                <a:latin typeface="Arial"/>
              </a:rPr>
              <a:t>Instrumentos e músicas</a:t>
            </a:r>
            <a:endParaRPr/>
          </a:p>
          <a:p>
            <a:pPr>
              <a:buSzPct val="45000"/>
              <a:buFont typeface="StarSymbol"/>
              <a:buChar char=""/>
            </a:pPr>
            <a:r>
              <a:rPr lang="pt-BR" sz="3200">
                <a:latin typeface="Arial"/>
              </a:rPr>
              <a:t>Cartas</a:t>
            </a:r>
            <a:endParaRPr/>
          </a:p>
        </p:txBody>
      </p:sp>
    </p:spTree>
  </p:cSld>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9" name="TextShape 1"/>
          <p:cNvSpPr txBox="1"/>
          <p:nvPr/>
        </p:nvSpPr>
        <p:spPr>
          <a:xfrm>
            <a:off x="457200" y="274680"/>
            <a:ext cx="8228880" cy="1142640"/>
          </a:xfrm>
          <a:prstGeom prst="rect">
            <a:avLst/>
          </a:prstGeom>
        </p:spPr>
        <p:txBody>
          <a:bodyPr lIns="0" rIns="0" tIns="0" bIns="0" anchor="ctr"/>
          <a:p>
            <a:pPr algn="ctr"/>
            <a:r>
              <a:rPr lang="pt-BR" sz="4400">
                <a:solidFill>
                  <a:srgbClr val="ff3333"/>
                </a:solidFill>
                <a:latin typeface="Arial"/>
              </a:rPr>
              <a:t>PROBLEMA</a:t>
            </a:r>
            <a:endParaRPr/>
          </a:p>
        </p:txBody>
      </p:sp>
      <p:sp>
        <p:nvSpPr>
          <p:cNvPr id="80"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lang="pt-BR" sz="3200">
                <a:latin typeface="Arial"/>
              </a:rPr>
              <a:t>Este trabalho consiste em escrever uma carta espectral SOM-A correspondente a uma partitura que contenha dois ou mais instrumentos aditivos, cada um deles sendo construído com base na Transformada Rápida de Fourier (FFT) aplicada ao sinal (de uma nota) de um dado instrumento acústico. </a:t>
            </a:r>
            <a:endParaRPr/>
          </a:p>
        </p:txBody>
      </p:sp>
    </p:spTree>
  </p:cSld>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1" name="TextShape 1"/>
          <p:cNvSpPr txBox="1"/>
          <p:nvPr/>
        </p:nvSpPr>
        <p:spPr>
          <a:xfrm>
            <a:off x="457200" y="274680"/>
            <a:ext cx="8228880" cy="1142640"/>
          </a:xfrm>
          <a:prstGeom prst="rect">
            <a:avLst/>
          </a:prstGeom>
        </p:spPr>
        <p:txBody>
          <a:bodyPr lIns="0" rIns="0" tIns="0" bIns="0" anchor="ctr"/>
          <a:p>
            <a:pPr algn="ctr"/>
            <a:r>
              <a:rPr lang="pt-BR" sz="4400">
                <a:latin typeface="Arial"/>
              </a:rPr>
              <a:t>O que são cartas espectrais</a:t>
            </a:r>
            <a:endParaRPr/>
          </a:p>
        </p:txBody>
      </p:sp>
      <p:sp>
        <p:nvSpPr>
          <p:cNvPr id="82"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b="1" lang="pt-BR" sz="3200">
                <a:latin typeface="Arial"/>
              </a:rPr>
              <a:t>Cartas espectrais</a:t>
            </a:r>
            <a:r>
              <a:rPr lang="pt-BR" sz="3200">
                <a:latin typeface="Arial"/>
              </a:rPr>
              <a:t>: São programas partiturais a serem interpretados pela máquina espectral do SOM-A, isto é, são estruturas de dados que contêm partituras e orquestras matemáticas.</a:t>
            </a:r>
            <a:endParaRPr/>
          </a:p>
          <a:p>
            <a:pPr algn="just">
              <a:buSzPct val="45000"/>
              <a:buFont typeface="StarSymbol"/>
              <a:buChar char=""/>
            </a:pPr>
            <a:r>
              <a:rPr lang="pt-BR" sz="3200">
                <a:latin typeface="Arial"/>
              </a:rPr>
              <a:t>Instrumentos: se define a partir de um número qualquer de componentes, todas elas possuindo um comportamento espectral bem definido e individualizado.  </a:t>
            </a:r>
            <a:endParaRPr/>
          </a:p>
          <a:p>
            <a:pPr algn="just">
              <a:buSzPct val="45000"/>
              <a:buFont typeface="StarSymbol"/>
              <a:buChar char=""/>
            </a:pPr>
            <a:r>
              <a:rPr lang="pt-BR" sz="3200">
                <a:latin typeface="Arial"/>
              </a:rPr>
              <a:t>Notas: Para se executar uma nota, que contém uma lista de parâmetros, utilizam-se comandos que fazem referência a todas as unidades-H do instrumento. </a:t>
            </a:r>
            <a:endParaRPr/>
          </a:p>
          <a:p>
            <a:pPr algn="just">
              <a:buSzPct val="45000"/>
              <a:buFont typeface="StarSymbol"/>
              <a:buChar char=""/>
            </a:pPr>
            <a:endParaRPr/>
          </a:p>
        </p:txBody>
      </p:sp>
    </p:spTree>
  </p:cSld>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3" name="TextShape 1"/>
          <p:cNvSpPr txBox="1"/>
          <p:nvPr/>
        </p:nvSpPr>
        <p:spPr>
          <a:xfrm>
            <a:off x="457200" y="274680"/>
            <a:ext cx="8228880" cy="1142640"/>
          </a:xfrm>
          <a:prstGeom prst="rect">
            <a:avLst/>
          </a:prstGeom>
        </p:spPr>
        <p:txBody>
          <a:bodyPr lIns="0" rIns="0" tIns="0" bIns="0" anchor="ctr"/>
          <a:p>
            <a:pPr algn="ctr"/>
            <a:r>
              <a:rPr lang="pt-BR" sz="4400">
                <a:latin typeface="Arial"/>
              </a:rPr>
              <a:t>Parâmetros</a:t>
            </a:r>
            <a:endParaRPr/>
          </a:p>
        </p:txBody>
      </p:sp>
      <p:sp>
        <p:nvSpPr>
          <p:cNvPr id="84"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VAL</a:t>
            </a:r>
            <a:r>
              <a:rPr lang="pt-BR" sz="3200">
                <a:latin typeface="Arial"/>
              </a:rPr>
              <a:t>: É o primeiro comando de uma carta espectral, devendo ser aplicado sob a forma:</a:t>
            </a:r>
            <a:endParaRPr/>
          </a:p>
          <a:p>
            <a:pPr>
              <a:buSzPct val="45000"/>
              <a:buFont typeface="StarSymbol"/>
              <a:buChar char=""/>
            </a:pPr>
            <a:r>
              <a:rPr b="1" lang="pt-BR" sz="3200">
                <a:latin typeface="Arial"/>
              </a:rPr>
              <a:t>(VAL t1 t2 Fa   A T N L)</a:t>
            </a:r>
            <a:r>
              <a:rPr lang="pt-BR" sz="3200">
                <a:latin typeface="Arial"/>
              </a:rPr>
              <a:t> </a:t>
            </a:r>
            <a:endParaRPr/>
          </a:p>
          <a:p>
            <a:pPr>
              <a:buSzPct val="45000"/>
              <a:buFont typeface="StarSymbol"/>
              <a:buChar char=""/>
            </a:pPr>
            <a:r>
              <a:rPr b="1" lang="pt-BR" sz="3200">
                <a:latin typeface="Arial"/>
              </a:rPr>
              <a:t>A</a:t>
            </a:r>
            <a:r>
              <a:rPr lang="pt-BR" sz="3200">
                <a:latin typeface="Arial"/>
              </a:rPr>
              <a:t>: Andamento. Valor que multiplica todos os tempos e durações.</a:t>
            </a:r>
            <a:endParaRPr/>
          </a:p>
          <a:p>
            <a:pPr>
              <a:buSzPct val="45000"/>
              <a:buFont typeface="StarSymbol"/>
              <a:buChar char=""/>
            </a:pPr>
            <a:endParaRPr/>
          </a:p>
          <a:p>
            <a:pPr>
              <a:buSzPct val="45000"/>
              <a:buFont typeface="StarSymbol"/>
              <a:buChar char=""/>
            </a:pPr>
            <a:r>
              <a:rPr b="1" lang="pt-BR" sz="3200">
                <a:latin typeface="Arial"/>
              </a:rPr>
              <a:t>T</a:t>
            </a:r>
            <a:r>
              <a:rPr lang="pt-BR" sz="3200">
                <a:latin typeface="Arial"/>
              </a:rPr>
              <a:t>: Transposição. Valor que multiplica as frequências (nas notas).</a:t>
            </a:r>
            <a:endParaRPr/>
          </a:p>
          <a:p>
            <a:pPr>
              <a:buSzPct val="45000"/>
              <a:buFont typeface="StarSymbol"/>
              <a:buChar char=""/>
            </a:pPr>
            <a:endParaRPr/>
          </a:p>
          <a:p>
            <a:pPr>
              <a:buSzPct val="45000"/>
              <a:buFont typeface="StarSymbol"/>
              <a:buChar char=""/>
            </a:pPr>
            <a:r>
              <a:rPr b="1" lang="pt-BR" sz="3200">
                <a:latin typeface="Arial"/>
              </a:rPr>
              <a:t>N</a:t>
            </a:r>
            <a:r>
              <a:rPr lang="pt-BR" sz="3200">
                <a:latin typeface="Arial"/>
              </a:rPr>
              <a:t>: Norma. Valor que multiplica as amplitudes das notas.</a:t>
            </a:r>
            <a:endParaRPr/>
          </a:p>
          <a:p>
            <a:pPr>
              <a:buSzPct val="45000"/>
              <a:buFont typeface="StarSymbol"/>
              <a:buChar char=""/>
            </a:pPr>
            <a:endParaRPr/>
          </a:p>
          <a:p>
            <a:pPr>
              <a:buSzPct val="45000"/>
              <a:buFont typeface="StarSymbol"/>
              <a:buChar char=""/>
            </a:pPr>
            <a:r>
              <a:rPr b="1" lang="pt-BR" sz="3200">
                <a:latin typeface="Arial"/>
              </a:rPr>
              <a:t>L</a:t>
            </a:r>
            <a:r>
              <a:rPr lang="pt-BR" sz="3200">
                <a:latin typeface="Arial"/>
              </a:rPr>
              <a:t>: Limite de envoltória. Valor limite das abscissas na envoltória. </a:t>
            </a:r>
            <a:endParaRPr/>
          </a:p>
        </p:txBody>
      </p:sp>
    </p:spTree>
  </p:cSld>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5" name="TextShape 1"/>
          <p:cNvSpPr txBox="1"/>
          <p:nvPr/>
        </p:nvSpPr>
        <p:spPr>
          <a:xfrm>
            <a:off x="457200" y="274680"/>
            <a:ext cx="8228880" cy="1142640"/>
          </a:xfrm>
          <a:prstGeom prst="rect">
            <a:avLst/>
          </a:prstGeom>
        </p:spPr>
        <p:txBody>
          <a:bodyPr lIns="0" rIns="0" tIns="0" bIns="0" anchor="ctr"/>
          <a:p>
            <a:pPr algn="ctr"/>
            <a:r>
              <a:rPr lang="pt-BR" sz="4400">
                <a:latin typeface="Arial"/>
              </a:rPr>
              <a:t>Parâmetros</a:t>
            </a:r>
            <a:endParaRPr/>
          </a:p>
        </p:txBody>
      </p:sp>
      <p:sp>
        <p:nvSpPr>
          <p:cNvPr id="86"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INS</a:t>
            </a:r>
            <a:r>
              <a:rPr lang="pt-BR" sz="3200">
                <a:latin typeface="Arial"/>
              </a:rPr>
              <a:t>: Define um instrumento aditivo na íntegra por intermédio da sintaxe:</a:t>
            </a:r>
            <a:endParaRPr/>
          </a:p>
          <a:p>
            <a:pPr>
              <a:buSzPct val="45000"/>
              <a:buFont typeface="StarSymbol"/>
              <a:buChar char=""/>
            </a:pPr>
            <a:r>
              <a:rPr b="1" lang="pt-BR" sz="3200">
                <a:latin typeface="Arial"/>
              </a:rPr>
              <a:t>(IS &lt;vigência&gt; &lt;nome-ins&gt; &lt;unidades-H&gt;)</a:t>
            </a:r>
            <a:endParaRPr/>
          </a:p>
          <a:p>
            <a:pPr>
              <a:buSzPct val="45000"/>
              <a:buFont typeface="StarSymbol"/>
              <a:buChar char=""/>
            </a:pPr>
            <a:r>
              <a:rPr b="1" lang="pt-BR" sz="3200">
                <a:latin typeface="Arial"/>
              </a:rPr>
              <a:t>*</a:t>
            </a:r>
            <a:r>
              <a:rPr lang="pt-BR" sz="3200">
                <a:latin typeface="Arial"/>
              </a:rPr>
              <a:t>&lt;vigência&gt;</a:t>
            </a:r>
            <a:r>
              <a:rPr lang="pt-BR" sz="3200">
                <a:latin typeface="Arial"/>
              </a:rPr>
              <a:t> = instante a partir do qual o instrumento deixa de existir;</a:t>
            </a:r>
            <a:endParaRPr/>
          </a:p>
          <a:p>
            <a:pPr>
              <a:buSzPct val="45000"/>
              <a:buFont typeface="StarSymbol"/>
              <a:buChar char=""/>
            </a:pPr>
            <a:r>
              <a:rPr b="1" lang="pt-BR" sz="3200">
                <a:latin typeface="Arial"/>
              </a:rPr>
              <a:t>*</a:t>
            </a:r>
            <a:r>
              <a:rPr lang="pt-BR" sz="3200">
                <a:latin typeface="Arial"/>
              </a:rPr>
              <a:t>&lt;nome-ins&gt;</a:t>
            </a:r>
            <a:r>
              <a:rPr b="1" lang="pt-BR" sz="3200">
                <a:latin typeface="Arial"/>
              </a:rPr>
              <a:t> </a:t>
            </a:r>
            <a:r>
              <a:rPr lang="pt-BR" sz="3200">
                <a:latin typeface="Arial"/>
              </a:rPr>
              <a:t>= cadeia de caracteres;</a:t>
            </a:r>
            <a:endParaRPr/>
          </a:p>
          <a:p>
            <a:pPr>
              <a:buSzPct val="45000"/>
              <a:buFont typeface="StarSymbol"/>
              <a:buChar char=""/>
            </a:pPr>
            <a:r>
              <a:rPr b="1" lang="pt-BR" sz="3200">
                <a:latin typeface="Arial"/>
              </a:rPr>
              <a:t>*</a:t>
            </a:r>
            <a:r>
              <a:rPr lang="pt-BR" sz="3200">
                <a:latin typeface="Arial"/>
              </a:rPr>
              <a:t>&lt;unidades-H&gt;</a:t>
            </a:r>
            <a:r>
              <a:rPr lang="pt-BR" sz="3200">
                <a:latin typeface="Arial"/>
              </a:rPr>
              <a:t> é a lista ( (h1 phi1 e1 lambda1) (h2 phi2 e2 lambda2) ... (hk phik ek lambdak) );</a:t>
            </a:r>
            <a:endParaRPr/>
          </a:p>
        </p:txBody>
      </p:sp>
    </p:spTree>
  </p:cSld>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7" name="TextShape 1"/>
          <p:cNvSpPr txBox="1"/>
          <p:nvPr/>
        </p:nvSpPr>
        <p:spPr>
          <a:xfrm>
            <a:off x="483120" y="153360"/>
            <a:ext cx="8228880" cy="1142640"/>
          </a:xfrm>
          <a:prstGeom prst="rect">
            <a:avLst/>
          </a:prstGeom>
        </p:spPr>
        <p:txBody>
          <a:bodyPr lIns="0" rIns="0" tIns="0" bIns="0" anchor="ctr"/>
          <a:p>
            <a:pPr algn="ctr"/>
            <a:r>
              <a:rPr lang="pt-BR" sz="4400">
                <a:latin typeface="Arial"/>
              </a:rPr>
              <a:t>Parâmetros</a:t>
            </a:r>
            <a:endParaRPr/>
          </a:p>
        </p:txBody>
      </p:sp>
      <p:sp>
        <p:nvSpPr>
          <p:cNvPr id="88" name="TextShape 2"/>
          <p:cNvSpPr txBox="1"/>
          <p:nvPr/>
        </p:nvSpPr>
        <p:spPr>
          <a:xfrm>
            <a:off x="72000" y="1296000"/>
            <a:ext cx="9000000" cy="556200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EXE</a:t>
            </a:r>
            <a:r>
              <a:rPr lang="pt-BR" sz="3200">
                <a:latin typeface="Arial"/>
              </a:rPr>
              <a:t>: </a:t>
            </a:r>
            <a:endParaRPr/>
          </a:p>
          <a:p>
            <a:pPr algn="just">
              <a:buSzPct val="45000"/>
              <a:buFont typeface="StarSymbol"/>
              <a:buChar char=""/>
            </a:pPr>
            <a:r>
              <a:rPr lang="pt-BR" sz="3200">
                <a:latin typeface="Arial"/>
              </a:rPr>
              <a:t>A aplicação deste operador na forma mostrada abaixo submete uma sequência de eventos espectrais compreendidos entre (dois instantes de nota)  ta e tb aos respectivos </a:t>
            </a:r>
            <a:endParaRPr/>
          </a:p>
          <a:p>
            <a:pPr algn="just">
              <a:buSzPct val="45000"/>
              <a:buFont typeface="StarSymbol"/>
              <a:buChar char=""/>
            </a:pPr>
            <a:r>
              <a:rPr lang="pt-BR" sz="3200">
                <a:latin typeface="Arial"/>
              </a:rPr>
              <a:t>instrumentos da orquestra:</a:t>
            </a:r>
            <a:endParaRPr/>
          </a:p>
          <a:p>
            <a:pPr>
              <a:buSzPct val="45000"/>
              <a:buFont typeface="StarSymbol"/>
              <a:buChar char=""/>
            </a:pPr>
            <a:r>
              <a:rPr lang="pt-BR" sz="3200">
                <a:latin typeface="Arial"/>
              </a:rPr>
              <a:t>(EXE ta tb)</a:t>
            </a:r>
            <a:endParaRPr/>
          </a:p>
          <a:p>
            <a:pPr>
              <a:buSzPct val="45000"/>
              <a:buFont typeface="StarSymbol"/>
              <a:buChar char=""/>
            </a:pPr>
            <a:r>
              <a:rPr lang="pt-BR" sz="3200">
                <a:latin typeface="Arial"/>
              </a:rPr>
              <a:t> </a:t>
            </a:r>
            <a:r>
              <a:rPr lang="pt-BR" sz="3200">
                <a:latin typeface="Arial"/>
              </a:rPr>
              <a:t>(nota_1 -----------------)</a:t>
            </a:r>
            <a:endParaRPr/>
          </a:p>
          <a:p>
            <a:pPr>
              <a:buSzPct val="45000"/>
              <a:buFont typeface="StarSymbol"/>
              <a:buChar char=""/>
            </a:pPr>
            <a:r>
              <a:rPr lang="pt-BR" sz="3200">
                <a:latin typeface="Arial"/>
              </a:rPr>
              <a:t>  </a:t>
            </a:r>
            <a:r>
              <a:rPr lang="pt-BR" sz="3200">
                <a:latin typeface="Arial"/>
              </a:rPr>
              <a:t>...</a:t>
            </a:r>
            <a:endParaRPr/>
          </a:p>
          <a:p>
            <a:pPr>
              <a:buSzPct val="45000"/>
              <a:buFont typeface="StarSymbol"/>
              <a:buChar char=""/>
            </a:pPr>
            <a:r>
              <a:rPr lang="pt-BR" sz="3200">
                <a:latin typeface="Arial"/>
              </a:rPr>
              <a:t>  </a:t>
            </a:r>
            <a:r>
              <a:rPr lang="pt-BR" sz="3200">
                <a:latin typeface="Arial"/>
              </a:rPr>
              <a:t>(nota_n -----------------)</a:t>
            </a:r>
            <a:endParaRPr/>
          </a:p>
          <a:p>
            <a:pPr>
              <a:buSzPct val="45000"/>
              <a:buFont typeface="StarSymbol"/>
              <a:buChar char=""/>
            </a:pPr>
            <a:r>
              <a:rPr lang="pt-BR" sz="3200">
                <a:latin typeface="Arial"/>
              </a:rPr>
              <a:t>(STP)</a:t>
            </a:r>
            <a:endParaRPr/>
          </a:p>
          <a:p>
            <a:pPr>
              <a:buSzPct val="45000"/>
              <a:buFont typeface="StarSymbol"/>
              <a:buChar char=""/>
            </a:pPr>
            <a:r>
              <a:rPr lang="pt-BR" sz="3200">
                <a:latin typeface="Arial"/>
              </a:rPr>
              <a:t>Operador </a:t>
            </a:r>
            <a:r>
              <a:rPr b="1" lang="pt-BR" sz="3200">
                <a:latin typeface="Arial"/>
              </a:rPr>
              <a:t>STP</a:t>
            </a:r>
            <a:r>
              <a:rPr lang="pt-BR" sz="3200">
                <a:latin typeface="Arial"/>
              </a:rPr>
              <a:t>:</a:t>
            </a:r>
            <a:r>
              <a:rPr b="1" lang="pt-BR" sz="3200">
                <a:latin typeface="Arial"/>
              </a:rPr>
              <a:t> </a:t>
            </a:r>
            <a:r>
              <a:rPr lang="pt-BR" sz="3200">
                <a:latin typeface="Arial"/>
              </a:rPr>
              <a:t> encerra um bloco de notas definido por um comando EXE. </a:t>
            </a:r>
            <a:endParaRPr/>
          </a:p>
          <a:p>
            <a:pPr>
              <a:buSzPct val="45000"/>
              <a:buFont typeface="StarSymbol"/>
              <a:buChar char=""/>
            </a:pPr>
            <a:endParaRPr/>
          </a:p>
        </p:txBody>
      </p:sp>
    </p:spTree>
  </p:cSld>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9" name="TextShape 1"/>
          <p:cNvSpPr txBox="1"/>
          <p:nvPr/>
        </p:nvSpPr>
        <p:spPr>
          <a:xfrm>
            <a:off x="457200" y="274680"/>
            <a:ext cx="8228880" cy="1142640"/>
          </a:xfrm>
          <a:prstGeom prst="rect">
            <a:avLst/>
          </a:prstGeom>
        </p:spPr>
        <p:txBody>
          <a:bodyPr lIns="0" rIns="0" tIns="0" bIns="0" anchor="ctr"/>
          <a:p>
            <a:pPr algn="ctr"/>
            <a:r>
              <a:rPr lang="pt-BR" sz="4400">
                <a:latin typeface="Arial"/>
              </a:rPr>
              <a:t>Parâmetros</a:t>
            </a:r>
            <a:endParaRPr/>
          </a:p>
        </p:txBody>
      </p:sp>
      <p:sp>
        <p:nvSpPr>
          <p:cNvPr id="90" name="TextShape 2"/>
          <p:cNvSpPr txBox="1"/>
          <p:nvPr/>
        </p:nvSpPr>
        <p:spPr>
          <a:xfrm>
            <a:off x="457200" y="1604520"/>
            <a:ext cx="8229240" cy="3977280"/>
          </a:xfrm>
          <a:prstGeom prst="rect">
            <a:avLst/>
          </a:prstGeom>
        </p:spPr>
        <p:txBody>
          <a:bodyPr lIns="0" rIns="0" tIns="0" bIns="0"/>
          <a:p>
            <a:pPr>
              <a:buSzPct val="45000"/>
              <a:buFont typeface="StarSymbol"/>
              <a:buChar char=""/>
            </a:pPr>
            <a:r>
              <a:rPr lang="pt-BR" sz="3200">
                <a:latin typeface="Arial"/>
              </a:rPr>
              <a:t>Operador </a:t>
            </a:r>
            <a:r>
              <a:rPr b="1" lang="pt-BR" sz="3200">
                <a:latin typeface="Arial"/>
              </a:rPr>
              <a:t>FIM</a:t>
            </a:r>
            <a:r>
              <a:rPr lang="pt-BR" sz="3200">
                <a:latin typeface="Arial"/>
              </a:rPr>
              <a:t>:</a:t>
            </a:r>
            <a:r>
              <a:rPr lang="pt-BR" sz="3200">
                <a:latin typeface="Arial"/>
              </a:rPr>
              <a:t>	</a:t>
            </a:r>
            <a:r>
              <a:rPr lang="pt-BR" sz="3200">
                <a:latin typeface="Arial"/>
              </a:rPr>
              <a:t>E</a:t>
            </a:r>
            <a:r>
              <a:rPr lang="pt-BR" sz="3200">
                <a:latin typeface="Arial"/>
              </a:rPr>
              <a:t>ste último operador encerra a carta espectral. </a:t>
            </a:r>
            <a:endParaRPr/>
          </a:p>
          <a:p>
            <a:pPr>
              <a:buSzPct val="45000"/>
              <a:buFont typeface="StarSymbol"/>
              <a:buChar char=""/>
            </a:pPr>
            <a:r>
              <a:rPr lang="pt-BR" sz="3200">
                <a:latin typeface="Arial"/>
              </a:rPr>
              <a:t>Para cada </a:t>
            </a:r>
            <a:r>
              <a:rPr b="1" lang="pt-BR" sz="3200">
                <a:latin typeface="Arial"/>
              </a:rPr>
              <a:t>nota </a:t>
            </a:r>
            <a:r>
              <a:rPr lang="pt-BR" sz="3200">
                <a:latin typeface="Arial"/>
              </a:rPr>
              <a:t>temos a seguinte sintaxe: </a:t>
            </a:r>
            <a:endParaRPr/>
          </a:p>
          <a:p>
            <a:pPr>
              <a:buSzPct val="45000"/>
              <a:buFont typeface="StarSymbol"/>
              <a:buChar char=""/>
            </a:pPr>
            <a:r>
              <a:rPr lang="pt-BR" sz="3200">
                <a:latin typeface="Arial"/>
              </a:rPr>
              <a:t>nota = ( &lt;instrumento&gt; </a:t>
            </a:r>
            <a:endParaRPr/>
          </a:p>
          <a:p>
            <a:pPr>
              <a:buSzPct val="45000"/>
              <a:buFont typeface="StarSymbol"/>
              <a:buChar char=""/>
            </a:pPr>
            <a:r>
              <a:rPr lang="pt-BR" sz="3200">
                <a:latin typeface="Arial"/>
              </a:rPr>
              <a:t>             </a:t>
            </a:r>
            <a:r>
              <a:rPr lang="pt-BR" sz="3200">
                <a:latin typeface="Arial"/>
              </a:rPr>
              <a:t>&lt;instante inicial&gt; </a:t>
            </a:r>
            <a:endParaRPr/>
          </a:p>
          <a:p>
            <a:pPr>
              <a:buSzPct val="45000"/>
              <a:buFont typeface="StarSymbol"/>
              <a:buChar char=""/>
            </a:pPr>
            <a:r>
              <a:rPr lang="pt-BR" sz="3200">
                <a:latin typeface="Arial"/>
              </a:rPr>
              <a:t>                  </a:t>
            </a:r>
            <a:r>
              <a:rPr lang="pt-BR" sz="3200">
                <a:latin typeface="Arial"/>
              </a:rPr>
              <a:t>&lt;duração&gt; </a:t>
            </a:r>
            <a:endParaRPr/>
          </a:p>
          <a:p>
            <a:pPr>
              <a:buSzPct val="45000"/>
              <a:buFont typeface="StarSymbol"/>
              <a:buChar char=""/>
            </a:pPr>
            <a:r>
              <a:rPr lang="pt-BR" sz="3200">
                <a:latin typeface="Arial"/>
              </a:rPr>
              <a:t>                       </a:t>
            </a:r>
            <a:r>
              <a:rPr lang="pt-BR" sz="3200">
                <a:latin typeface="Arial"/>
              </a:rPr>
              <a:t>&lt;frequência em Hz&gt;</a:t>
            </a:r>
            <a:endParaRPr/>
          </a:p>
          <a:p>
            <a:pPr>
              <a:buSzPct val="45000"/>
              <a:buFont typeface="StarSymbol"/>
              <a:buChar char=""/>
            </a:pPr>
            <a:r>
              <a:rPr lang="pt-BR" sz="3200">
                <a:latin typeface="Arial"/>
              </a:rPr>
              <a:t>                            </a:t>
            </a:r>
            <a:r>
              <a:rPr lang="pt-BR" sz="3200">
                <a:latin typeface="Arial"/>
              </a:rPr>
              <a:t>&lt;amplitude&gt; </a:t>
            </a:r>
            <a:endParaRPr/>
          </a:p>
          <a:p>
            <a:pPr>
              <a:buSzPct val="45000"/>
              <a:buFont typeface="StarSymbol"/>
              <a:buChar char=""/>
            </a:pPr>
            <a:r>
              <a:rPr lang="pt-BR" sz="3200">
                <a:latin typeface="Arial"/>
              </a:rPr>
              <a:t>       </a:t>
            </a:r>
            <a:r>
              <a:rPr lang="pt-BR" sz="3200">
                <a:latin typeface="Arial"/>
              </a:rPr>
              <a:t>)</a:t>
            </a:r>
            <a:endParaRPr/>
          </a:p>
        </p:txBody>
      </p:sp>
    </p:spTree>
  </p:cSld>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1" name="TextShape 1"/>
          <p:cNvSpPr txBox="1"/>
          <p:nvPr/>
        </p:nvSpPr>
        <p:spPr>
          <a:xfrm>
            <a:off x="457200" y="274680"/>
            <a:ext cx="8228880" cy="1142640"/>
          </a:xfrm>
          <a:prstGeom prst="rect">
            <a:avLst/>
          </a:prstGeom>
        </p:spPr>
        <p:txBody>
          <a:bodyPr lIns="0" rIns="0" tIns="0" bIns="0" anchor="ctr"/>
          <a:p>
            <a:pPr algn="ctr"/>
            <a:r>
              <a:rPr lang="pt-BR" sz="4400">
                <a:latin typeface="Arial"/>
              </a:rPr>
              <a:t>Instrumentos e Músicas</a:t>
            </a:r>
            <a:endParaRPr/>
          </a:p>
        </p:txBody>
      </p:sp>
      <p:sp>
        <p:nvSpPr>
          <p:cNvPr id="92"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lang="pt-BR" sz="3200">
                <a:latin typeface="Arial"/>
              </a:rPr>
              <a:t>Para a construção do instrumento, usamos arquivo.wav do site “static1.grsites.com” chamado de “musical024.wav”.</a:t>
            </a:r>
            <a:endParaRPr/>
          </a:p>
          <a:p>
            <a:pPr>
              <a:buSzPct val="45000"/>
              <a:buFont typeface="StarSymbol"/>
              <a:buChar char=""/>
            </a:pPr>
            <a:r>
              <a:rPr lang="pt-BR" sz="3200">
                <a:latin typeface="Arial"/>
              </a:rPr>
              <a:t>Obtemos a FFT de sinais amostrados (arquivos .wav) por meio do programa INS-A.</a:t>
            </a:r>
            <a:endParaRPr/>
          </a:p>
          <a:p>
            <a:pPr>
              <a:buSzPct val="45000"/>
              <a:buFont typeface="StarSymbol"/>
              <a:buChar char=""/>
            </a:pPr>
            <a:endParaRPr/>
          </a:p>
          <a:p>
            <a:pPr>
              <a:buSzPct val="45000"/>
              <a:buFont typeface="StarSymbol"/>
              <a:buChar char=""/>
            </a:pPr>
            <a:endParaRPr/>
          </a:p>
          <a:p>
            <a:pPr>
              <a:buSzPct val="45000"/>
              <a:buFont typeface="StarSymbol"/>
              <a:buChar char=""/>
            </a:pPr>
            <a:endParaRPr/>
          </a:p>
          <a:p>
            <a:pPr>
              <a:buSzPct val="45000"/>
              <a:buFont typeface="StarSymbol"/>
              <a:buChar char=""/>
            </a:pPr>
            <a:r>
              <a:rPr b="1" lang="pt-BR">
                <a:latin typeface="Arial"/>
              </a:rPr>
              <a:t>Referência completa:</a:t>
            </a:r>
            <a:r>
              <a:rPr lang="pt-BR">
                <a:latin typeface="Arial"/>
              </a:rPr>
              <a:t> http://static1.grsites.com/archive/sounds/musical/musical024.wav</a:t>
            </a:r>
            <a:endParaRPr/>
          </a:p>
        </p:txBody>
      </p:sp>
    </p:spTree>
  </p:cSld>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3" name="TextShape 1"/>
          <p:cNvSpPr txBox="1"/>
          <p:nvPr/>
        </p:nvSpPr>
        <p:spPr>
          <a:xfrm>
            <a:off x="457200" y="274680"/>
            <a:ext cx="8228880" cy="1142640"/>
          </a:xfrm>
          <a:prstGeom prst="rect">
            <a:avLst/>
          </a:prstGeom>
        </p:spPr>
        <p:txBody>
          <a:bodyPr lIns="0" rIns="0" tIns="0" bIns="0" anchor="ctr"/>
          <a:p>
            <a:pPr algn="ctr"/>
            <a:r>
              <a:rPr lang="pt-BR" sz="4400">
                <a:latin typeface="Arial"/>
              </a:rPr>
              <a:t>Instrumentos e Músicas</a:t>
            </a:r>
            <a:endParaRPr/>
          </a:p>
        </p:txBody>
      </p:sp>
      <p:sp>
        <p:nvSpPr>
          <p:cNvPr id="94" name="TextShape 2"/>
          <p:cNvSpPr txBox="1"/>
          <p:nvPr/>
        </p:nvSpPr>
        <p:spPr>
          <a:xfrm>
            <a:off x="457200" y="1604520"/>
            <a:ext cx="8229240" cy="3977280"/>
          </a:xfrm>
          <a:prstGeom prst="rect">
            <a:avLst/>
          </a:prstGeom>
        </p:spPr>
        <p:txBody>
          <a:bodyPr lIns="0" rIns="0" tIns="0" bIns="0"/>
          <a:p>
            <a:pPr algn="just">
              <a:buSzPct val="45000"/>
              <a:buFont typeface="StarSymbol"/>
              <a:buChar char=""/>
            </a:pPr>
            <a:r>
              <a:rPr lang="pt-BR" sz="3200">
                <a:latin typeface="Arial"/>
              </a:rPr>
              <a:t>A parte da carta correspondente às notas (partitura) que vem logo depois da definição da orquestra, foi </a:t>
            </a:r>
            <a:r>
              <a:rPr b="1" lang="pt-BR" sz="3200">
                <a:latin typeface="Arial"/>
              </a:rPr>
              <a:t>editada à mão</a:t>
            </a:r>
            <a:r>
              <a:rPr lang="pt-BR" sz="3200">
                <a:latin typeface="Arial"/>
              </a:rPr>
              <a:t>.</a:t>
            </a:r>
            <a:endParaRPr/>
          </a:p>
          <a:p>
            <a:pPr algn="just">
              <a:buSzPct val="45000"/>
              <a:buFont typeface="StarSymbol"/>
              <a:buChar char=""/>
            </a:pPr>
            <a:endParaRPr/>
          </a:p>
          <a:p>
            <a:pPr>
              <a:buSzPct val="45000"/>
              <a:buFont typeface="StarSymbol"/>
              <a:buChar char=""/>
            </a:pP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