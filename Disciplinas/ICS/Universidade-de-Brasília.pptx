
<file path=[Content_Types].xml><?xml version="1.0" encoding="utf-8"?>
<Types xmlns="http://schemas.openxmlformats.org/package/2006/content-types">
  <Override PartName="/_rels/.rels" ContentType="application/vnd.openxmlformats-package.relationships+xml"/>
  <Override PartName="/ppt/_rels/presentation.xml.rels" ContentType="application/vnd.openxmlformats-package.relationships+xml"/>
  <Override PartName="/ppt/slides/slide13.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_rels/slide14.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8.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14.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Layouts/slideLayout24.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3.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2.xml" ContentType="application/vnd.openxmlformats-officedocument.presentationml.slideLayout+xml"/>
  <Override PartName="/ppt/slideLayouts/slideLayout9.xml" ContentType="application/vnd.openxmlformats-officedocument.presentationml.slideLayout+xml"/>
  <Override PartName="/ppt/slideLayouts/slideLayout1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5.xml" ContentType="application/vnd.openxmlformats-officedocument.presentationml.slideLayout+xml"/>
  <Override PartName="/ppt/slideLayouts/_rels/slideLayout23.xml.rels" ContentType="application/vnd.openxmlformats-package.relationships+xml"/>
  <Override PartName="/ppt/slideLayouts/_rels/slideLayout22.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8.xml.rels" ContentType="application/vnd.openxmlformats-package.relationships+xml"/>
  <Override PartName="/ppt/slideLayouts/_rels/slideLayout17.xml.rels" ContentType="application/vnd.openxmlformats-package.relationships+xml"/>
  <Override PartName="/ppt/slideLayouts/_rels/slideLayout16.xml.rels" ContentType="application/vnd.openxmlformats-package.relationships+xml"/>
  <Override PartName="/ppt/slideLayouts/_rels/slideLayout14.xml.rels" ContentType="application/vnd.openxmlformats-package.relationships+xml"/>
  <Override PartName="/ppt/slideLayouts/_rels/slideLayout13.xml.rels" ContentType="application/vnd.openxmlformats-package.relationships+xml"/>
  <Override PartName="/ppt/slideLayouts/_rels/slideLayout15.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5.xml.rels" ContentType="application/vnd.openxmlformats-package.relationships+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6.xml.rels" ContentType="application/vnd.openxmlformats-package.relationships+xml"/>
  <Override PartName="/ppt/slideLayouts/_rels/slideLayout12.xml.rels" ContentType="application/vnd.openxmlformats-package.relationships+xml"/>
  <Override PartName="/ppt/slideLayouts/_rels/slideLayout1.xml.rels" ContentType="application/vnd.openxmlformats-package.relationships+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media/image8.jpeg" ContentType="image/jpeg"/>
  <Override PartName="/ppt/media/image7.jpeg" ContentType="image/jpeg"/>
  <Override PartName="/ppt/media/image6.png" ContentType="image/png"/>
  <Override PartName="/ppt/media/image4.png" ContentType="image/png"/>
  <Override PartName="/ppt/media/image9.jpeg" ContentType="image/jpeg"/>
  <Override PartName="/ppt/media/image3.png" ContentType="image/png"/>
  <Override PartName="/ppt/media/image5.jpeg" ContentType="image/jpeg"/>
  <Override PartName="/ppt/media/image2.png" ContentType="image/png"/>
  <Override PartName="/ppt/media/image1.png" ContentType="image/png"/>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presentation.xml" ContentType="application/vnd.openxmlformats-officedocument.presentationml.presentation.main+xml"/>
</Types>
</file>

<file path=_rels/.rels><?xml version="1.0" encoding="UTF-8"?>
<Relationships xmlns="http://schemas.openxmlformats.org/package/2006/relationships"><Relationship Id="rId1"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9144000" cy="685800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
</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3" name="PlaceHolder 2"/>
          <p:cNvSpPr>
            <a:spLocks noGrp="1"/>
          </p:cNvSpPr>
          <p:nvPr>
            <p:ph type="subTitle"/>
          </p:nvPr>
        </p:nvSpPr>
        <p:spPr>
          <a:xfrm>
            <a:off x="457200" y="1604520"/>
            <a:ext cx="8229240" cy="3977640"/>
          </a:xfrm>
          <a:prstGeom prst="rect">
            <a:avLst/>
          </a:prstGeom>
        </p:spPr>
        <p:txBody>
          <a:bodyPr lIns="0" rIns="0" tIns="0" bIns="0" anchor="ctr"/>
          <a:p>
            <a:pPr algn="ctr"/>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5" name="PlaceHolder 2"/>
          <p:cNvSpPr>
            <a:spLocks noGrp="1"/>
          </p:cNvSpPr>
          <p:nvPr>
            <p:ph type="body"/>
          </p:nvPr>
        </p:nvSpPr>
        <p:spPr>
          <a:xfrm>
            <a:off x="457200" y="1604520"/>
            <a:ext cx="8229240" cy="3977280"/>
          </a:xfrm>
          <a:prstGeom prst="rect">
            <a:avLst/>
          </a:prstGeom>
        </p:spPr>
        <p:txBody>
          <a:bodyPr lIns="0" rIns="0" tIns="0" bIns="0"/>
          <a:p>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7" name="PlaceHolder 2"/>
          <p:cNvSpPr>
            <a:spLocks noGrp="1"/>
          </p:cNvSpPr>
          <p:nvPr>
            <p:ph type="body"/>
          </p:nvPr>
        </p:nvSpPr>
        <p:spPr>
          <a:xfrm>
            <a:off x="457200" y="1604520"/>
            <a:ext cx="4015800" cy="3977280"/>
          </a:xfrm>
          <a:prstGeom prst="rect">
            <a:avLst/>
          </a:prstGeom>
        </p:spPr>
        <p:txBody>
          <a:bodyPr lIns="0" rIns="0" tIns="0" bIns="0"/>
          <a:p>
            <a:endParaRPr/>
          </a:p>
        </p:txBody>
      </p:sp>
      <p:sp>
        <p:nvSpPr>
          <p:cNvPr id="8" name="PlaceHolder 3"/>
          <p:cNvSpPr>
            <a:spLocks noGrp="1"/>
          </p:cNvSpPr>
          <p:nvPr>
            <p:ph type="body"/>
          </p:nvPr>
        </p:nvSpPr>
        <p:spPr>
          <a:xfrm>
            <a:off x="4674240" y="1604520"/>
            <a:ext cx="4015800" cy="3977280"/>
          </a:xfrm>
          <a:prstGeom prst="rect">
            <a:avLst/>
          </a:prstGeom>
        </p:spPr>
        <p:txBody>
          <a:bodyPr lIns="0" rIns="0" tIns="0" bIns="0"/>
          <a:p>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4680"/>
            <a:ext cx="8228880" cy="5298120"/>
          </a:xfrm>
          <a:prstGeom prst="rect">
            <a:avLst/>
          </a:prstGeom>
        </p:spPr>
        <p:txBody>
          <a:bodyPr lIns="0" rIns="0" tIns="0" bIns="0" anchor="ctr"/>
          <a:p>
            <a:pPr algn="ctr"/>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12" name="PlaceHolder 2"/>
          <p:cNvSpPr>
            <a:spLocks noGrp="1"/>
          </p:cNvSpPr>
          <p:nvPr>
            <p:ph type="body"/>
          </p:nvPr>
        </p:nvSpPr>
        <p:spPr>
          <a:xfrm>
            <a:off x="457200" y="1604520"/>
            <a:ext cx="4015800" cy="1896840"/>
          </a:xfrm>
          <a:prstGeom prst="rect">
            <a:avLst/>
          </a:prstGeom>
        </p:spPr>
        <p:txBody>
          <a:bodyPr lIns="0" rIns="0" tIns="0" bIns="0"/>
          <a:p>
            <a:endParaRPr/>
          </a:p>
        </p:txBody>
      </p:sp>
      <p:sp>
        <p:nvSpPr>
          <p:cNvPr id="13" name="PlaceHolder 3"/>
          <p:cNvSpPr>
            <a:spLocks noGrp="1"/>
          </p:cNvSpPr>
          <p:nvPr>
            <p:ph type="body"/>
          </p:nvPr>
        </p:nvSpPr>
        <p:spPr>
          <a:xfrm>
            <a:off x="457200" y="3682080"/>
            <a:ext cx="4015800" cy="1896840"/>
          </a:xfrm>
          <a:prstGeom prst="rect">
            <a:avLst/>
          </a:prstGeom>
        </p:spPr>
        <p:txBody>
          <a:bodyPr lIns="0" rIns="0" tIns="0" bIns="0"/>
          <a:p>
            <a:endParaRPr/>
          </a:p>
        </p:txBody>
      </p:sp>
      <p:sp>
        <p:nvSpPr>
          <p:cNvPr id="14" name="PlaceHolder 4"/>
          <p:cNvSpPr>
            <a:spLocks noGrp="1"/>
          </p:cNvSpPr>
          <p:nvPr>
            <p:ph type="body"/>
          </p:nvPr>
        </p:nvSpPr>
        <p:spPr>
          <a:xfrm>
            <a:off x="4674240" y="1604520"/>
            <a:ext cx="4015800" cy="3977280"/>
          </a:xfrm>
          <a:prstGeom prst="rect">
            <a:avLst/>
          </a:prstGeom>
        </p:spPr>
        <p:txBody>
          <a:bodyPr lIns="0" rIns="0" tIns="0" bIns="0"/>
          <a:p>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16" name="PlaceHolder 2"/>
          <p:cNvSpPr>
            <a:spLocks noGrp="1"/>
          </p:cNvSpPr>
          <p:nvPr>
            <p:ph type="body"/>
          </p:nvPr>
        </p:nvSpPr>
        <p:spPr>
          <a:xfrm>
            <a:off x="457200" y="1604520"/>
            <a:ext cx="4015800" cy="3977280"/>
          </a:xfrm>
          <a:prstGeom prst="rect">
            <a:avLst/>
          </a:prstGeom>
        </p:spPr>
        <p:txBody>
          <a:bodyPr lIns="0" rIns="0" tIns="0" bIns="0"/>
          <a:p>
            <a:endParaRPr/>
          </a:p>
        </p:txBody>
      </p:sp>
      <p:sp>
        <p:nvSpPr>
          <p:cNvPr id="17" name="PlaceHolder 3"/>
          <p:cNvSpPr>
            <a:spLocks noGrp="1"/>
          </p:cNvSpPr>
          <p:nvPr>
            <p:ph type="body"/>
          </p:nvPr>
        </p:nvSpPr>
        <p:spPr>
          <a:xfrm>
            <a:off x="4674240" y="1604520"/>
            <a:ext cx="4015800" cy="1896840"/>
          </a:xfrm>
          <a:prstGeom prst="rect">
            <a:avLst/>
          </a:prstGeom>
        </p:spPr>
        <p:txBody>
          <a:bodyPr lIns="0" rIns="0" tIns="0" bIns="0"/>
          <a:p>
            <a:endParaRPr/>
          </a:p>
        </p:txBody>
      </p:sp>
      <p:sp>
        <p:nvSpPr>
          <p:cNvPr id="18" name="PlaceHolder 4"/>
          <p:cNvSpPr>
            <a:spLocks noGrp="1"/>
          </p:cNvSpPr>
          <p:nvPr>
            <p:ph type="body"/>
          </p:nvPr>
        </p:nvSpPr>
        <p:spPr>
          <a:xfrm>
            <a:off x="4674240" y="3682080"/>
            <a:ext cx="4015800" cy="1896840"/>
          </a:xfrm>
          <a:prstGeom prst="rect">
            <a:avLst/>
          </a:prstGeom>
        </p:spPr>
        <p:txBody>
          <a:bodyPr lIns="0" rIns="0" tIns="0" bIns="0"/>
          <a:p>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20" name="PlaceHolder 2"/>
          <p:cNvSpPr>
            <a:spLocks noGrp="1"/>
          </p:cNvSpPr>
          <p:nvPr>
            <p:ph type="body"/>
          </p:nvPr>
        </p:nvSpPr>
        <p:spPr>
          <a:xfrm>
            <a:off x="457200" y="1604520"/>
            <a:ext cx="4015800" cy="1896840"/>
          </a:xfrm>
          <a:prstGeom prst="rect">
            <a:avLst/>
          </a:prstGeom>
        </p:spPr>
        <p:txBody>
          <a:bodyPr lIns="0" rIns="0" tIns="0" bIns="0"/>
          <a:p>
            <a:endParaRPr/>
          </a:p>
        </p:txBody>
      </p:sp>
      <p:sp>
        <p:nvSpPr>
          <p:cNvPr id="21" name="PlaceHolder 3"/>
          <p:cNvSpPr>
            <a:spLocks noGrp="1"/>
          </p:cNvSpPr>
          <p:nvPr>
            <p:ph type="body"/>
          </p:nvPr>
        </p:nvSpPr>
        <p:spPr>
          <a:xfrm>
            <a:off x="4674240" y="1604520"/>
            <a:ext cx="4015800" cy="1896840"/>
          </a:xfrm>
          <a:prstGeom prst="rect">
            <a:avLst/>
          </a:prstGeom>
        </p:spPr>
        <p:txBody>
          <a:bodyPr lIns="0" rIns="0" tIns="0" bIns="0"/>
          <a:p>
            <a:endParaRPr/>
          </a:p>
        </p:txBody>
      </p:sp>
      <p:sp>
        <p:nvSpPr>
          <p:cNvPr id="22" name="PlaceHolder 4"/>
          <p:cNvSpPr>
            <a:spLocks noGrp="1"/>
          </p:cNvSpPr>
          <p:nvPr>
            <p:ph type="body"/>
          </p:nvPr>
        </p:nvSpPr>
        <p:spPr>
          <a:xfrm>
            <a:off x="457200" y="3682080"/>
            <a:ext cx="8229240" cy="1896840"/>
          </a:xfrm>
          <a:prstGeom prst="rect">
            <a:avLst/>
          </a:prstGeom>
        </p:spPr>
        <p:txBody>
          <a:bodyPr lIns="0" rIns="0" tIns="0" bIns="0"/>
          <a:p>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24" name="PlaceHolder 2"/>
          <p:cNvSpPr>
            <a:spLocks noGrp="1"/>
          </p:cNvSpPr>
          <p:nvPr>
            <p:ph type="body"/>
          </p:nvPr>
        </p:nvSpPr>
        <p:spPr>
          <a:xfrm>
            <a:off x="457200" y="1604520"/>
            <a:ext cx="8229240" cy="1896840"/>
          </a:xfrm>
          <a:prstGeom prst="rect">
            <a:avLst/>
          </a:prstGeom>
        </p:spPr>
        <p:txBody>
          <a:bodyPr lIns="0" rIns="0" tIns="0" bIns="0"/>
          <a:p>
            <a:endParaRPr/>
          </a:p>
        </p:txBody>
      </p:sp>
      <p:sp>
        <p:nvSpPr>
          <p:cNvPr id="25" name="PlaceHolder 3"/>
          <p:cNvSpPr>
            <a:spLocks noGrp="1"/>
          </p:cNvSpPr>
          <p:nvPr>
            <p:ph type="body"/>
          </p:nvPr>
        </p:nvSpPr>
        <p:spPr>
          <a:xfrm>
            <a:off x="457200" y="3682080"/>
            <a:ext cx="8229240" cy="1896840"/>
          </a:xfrm>
          <a:prstGeom prst="rect">
            <a:avLst/>
          </a:prstGeom>
        </p:spPr>
        <p:txBody>
          <a:bodyPr lIns="0" rIns="0" tIns="0" bIns="0"/>
          <a:p>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27" name="PlaceHolder 2"/>
          <p:cNvSpPr>
            <a:spLocks noGrp="1"/>
          </p:cNvSpPr>
          <p:nvPr>
            <p:ph type="body"/>
          </p:nvPr>
        </p:nvSpPr>
        <p:spPr>
          <a:xfrm>
            <a:off x="457200" y="1604520"/>
            <a:ext cx="4015800" cy="1896840"/>
          </a:xfrm>
          <a:prstGeom prst="rect">
            <a:avLst/>
          </a:prstGeom>
        </p:spPr>
        <p:txBody>
          <a:bodyPr lIns="0" rIns="0" tIns="0" bIns="0"/>
          <a:p>
            <a:endParaRPr/>
          </a:p>
        </p:txBody>
      </p:sp>
      <p:sp>
        <p:nvSpPr>
          <p:cNvPr id="28" name="PlaceHolder 3"/>
          <p:cNvSpPr>
            <a:spLocks noGrp="1"/>
          </p:cNvSpPr>
          <p:nvPr>
            <p:ph type="body"/>
          </p:nvPr>
        </p:nvSpPr>
        <p:spPr>
          <a:xfrm>
            <a:off x="4674240" y="1604520"/>
            <a:ext cx="4015800" cy="1896840"/>
          </a:xfrm>
          <a:prstGeom prst="rect">
            <a:avLst/>
          </a:prstGeom>
        </p:spPr>
        <p:txBody>
          <a:bodyPr lIns="0" rIns="0" tIns="0" bIns="0"/>
          <a:p>
            <a:endParaRPr/>
          </a:p>
        </p:txBody>
      </p:sp>
      <p:sp>
        <p:nvSpPr>
          <p:cNvPr id="29" name="PlaceHolder 4"/>
          <p:cNvSpPr>
            <a:spLocks noGrp="1"/>
          </p:cNvSpPr>
          <p:nvPr>
            <p:ph type="body"/>
          </p:nvPr>
        </p:nvSpPr>
        <p:spPr>
          <a:xfrm>
            <a:off x="4674240" y="3682080"/>
            <a:ext cx="4015800" cy="1896840"/>
          </a:xfrm>
          <a:prstGeom prst="rect">
            <a:avLst/>
          </a:prstGeom>
        </p:spPr>
        <p:txBody>
          <a:bodyPr lIns="0" rIns="0" tIns="0" bIns="0"/>
          <a:p>
            <a:endParaRPr/>
          </a:p>
        </p:txBody>
      </p:sp>
      <p:sp>
        <p:nvSpPr>
          <p:cNvPr id="30" name="PlaceHolder 5"/>
          <p:cNvSpPr>
            <a:spLocks noGrp="1"/>
          </p:cNvSpPr>
          <p:nvPr>
            <p:ph type="body"/>
          </p:nvPr>
        </p:nvSpPr>
        <p:spPr>
          <a:xfrm>
            <a:off x="457200" y="3682080"/>
            <a:ext cx="4015800" cy="1896840"/>
          </a:xfrm>
          <a:prstGeom prst="rect">
            <a:avLst/>
          </a:prstGeom>
        </p:spPr>
        <p:txBody>
          <a:bodyPr lIns="0" rIns="0" tIns="0" bIns="0"/>
          <a:p>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32" name="PlaceHolder 2"/>
          <p:cNvSpPr>
            <a:spLocks noGrp="1"/>
          </p:cNvSpPr>
          <p:nvPr>
            <p:ph type="body"/>
          </p:nvPr>
        </p:nvSpPr>
        <p:spPr>
          <a:xfrm>
            <a:off x="457200" y="1604520"/>
            <a:ext cx="8229240" cy="3977280"/>
          </a:xfrm>
          <a:prstGeom prst="rect">
            <a:avLst/>
          </a:prstGeom>
        </p:spPr>
        <p:txBody>
          <a:bodyPr lIns="0" rIns="0" tIns="0" bIns="0"/>
          <a:p>
            <a:endParaRPr/>
          </a:p>
        </p:txBody>
      </p:sp>
      <p:sp>
        <p:nvSpPr>
          <p:cNvPr id="33" name="PlaceHolder 3"/>
          <p:cNvSpPr>
            <a:spLocks noGrp="1"/>
          </p:cNvSpPr>
          <p:nvPr>
            <p:ph type="body"/>
          </p:nvPr>
        </p:nvSpPr>
        <p:spPr>
          <a:xfrm>
            <a:off x="457200" y="1604520"/>
            <a:ext cx="8229240" cy="3977280"/>
          </a:xfrm>
          <a:prstGeom prst="rect">
            <a:avLst/>
          </a:prstGeom>
        </p:spPr>
        <p:txBody>
          <a:bodyPr lIns="0" rIns="0" tIns="0" bIns="0"/>
          <a:p>
            <a:endParaRPr/>
          </a:p>
        </p:txBody>
      </p:sp>
      <p:pic>
        <p:nvPicPr>
          <p:cNvPr id="34" name="" descr=""/>
          <p:cNvPicPr/>
          <p:nvPr/>
        </p:nvPicPr>
        <p:blipFill>
          <a:blip r:embed="rId2"/>
          <a:stretch>
            <a:fillRect/>
          </a:stretch>
        </p:blipFill>
        <p:spPr>
          <a:xfrm>
            <a:off x="2079000" y="1604520"/>
            <a:ext cx="4984920" cy="3977280"/>
          </a:xfrm>
          <a:prstGeom prst="rect">
            <a:avLst/>
          </a:prstGeom>
          <a:ln>
            <a:noFill/>
          </a:ln>
        </p:spPr>
      </p:pic>
      <p:pic>
        <p:nvPicPr>
          <p:cNvPr id="35" name="" descr=""/>
          <p:cNvPicPr/>
          <p:nvPr/>
        </p:nvPicPr>
        <p:blipFill>
          <a:blip r:embed="rId3"/>
          <a:stretch>
            <a:fillRect/>
          </a:stretch>
        </p:blipFill>
        <p:spPr>
          <a:xfrm>
            <a:off x="2079000" y="1604520"/>
            <a:ext cx="4984920" cy="3977280"/>
          </a:xfrm>
          <a:prstGeom prst="rect">
            <a:avLst/>
          </a:prstGeom>
          <a:ln>
            <a:noFill/>
          </a:ln>
        </p:spPr>
      </p:pic>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type="tx" preserve="1">
  <p:cSld name="Title Slide">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39" name="PlaceHolder 2"/>
          <p:cNvSpPr>
            <a:spLocks noGrp="1"/>
          </p:cNvSpPr>
          <p:nvPr>
            <p:ph type="subTitle"/>
          </p:nvPr>
        </p:nvSpPr>
        <p:spPr>
          <a:xfrm>
            <a:off x="457200" y="1604520"/>
            <a:ext cx="8229240" cy="3977640"/>
          </a:xfrm>
          <a:prstGeom prst="rect">
            <a:avLst/>
          </a:prstGeom>
        </p:spPr>
        <p:txBody>
          <a:bodyPr lIns="0" rIns="0" tIns="0" bIns="0" anchor="ctr"/>
          <a:p>
            <a:pPr algn="ctr"/>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type="obj" preserve="1">
  <p:cSld name="Title,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41" name="PlaceHolder 2"/>
          <p:cNvSpPr>
            <a:spLocks noGrp="1"/>
          </p:cNvSpPr>
          <p:nvPr>
            <p:ph type="body"/>
          </p:nvPr>
        </p:nvSpPr>
        <p:spPr>
          <a:xfrm>
            <a:off x="457200" y="1604520"/>
            <a:ext cx="8229240" cy="3977280"/>
          </a:xfrm>
          <a:prstGeom prst="rect">
            <a:avLst/>
          </a:prstGeom>
        </p:spPr>
        <p:txBody>
          <a:bodyPr lIns="0" rIns="0" tIns="0" bIns="0"/>
          <a:p>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type="twoObj" preserve="1">
  <p:cSld name="Title, 2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43" name="PlaceHolder 2"/>
          <p:cNvSpPr>
            <a:spLocks noGrp="1"/>
          </p:cNvSpPr>
          <p:nvPr>
            <p:ph type="body"/>
          </p:nvPr>
        </p:nvSpPr>
        <p:spPr>
          <a:xfrm>
            <a:off x="457200" y="1604520"/>
            <a:ext cx="4015800" cy="3977280"/>
          </a:xfrm>
          <a:prstGeom prst="rect">
            <a:avLst/>
          </a:prstGeom>
        </p:spPr>
        <p:txBody>
          <a:bodyPr lIns="0" rIns="0" tIns="0" bIns="0"/>
          <a:p>
            <a:endParaRPr/>
          </a:p>
        </p:txBody>
      </p:sp>
      <p:sp>
        <p:nvSpPr>
          <p:cNvPr id="44" name="PlaceHolder 3"/>
          <p:cNvSpPr>
            <a:spLocks noGrp="1"/>
          </p:cNvSpPr>
          <p:nvPr>
            <p:ph type="body"/>
          </p:nvPr>
        </p:nvSpPr>
        <p:spPr>
          <a:xfrm>
            <a:off x="4674240" y="1604520"/>
            <a:ext cx="4015800" cy="3977280"/>
          </a:xfrm>
          <a:prstGeom prst="rect">
            <a:avLst/>
          </a:prstGeom>
        </p:spPr>
        <p:txBody>
          <a:bodyPr lIns="0" rIns="0" tIns="0" bIns="0"/>
          <a:p>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type="titleOnly" preserve="1">
  <p:cSld name="Title Only">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type="objOnly" preserve="1">
  <p:cSld name="Centered Text">
    <p:spTree>
      <p:nvGrpSpPr>
        <p:cNvPr id="1" name=""/>
        <p:cNvGrpSpPr/>
        <p:nvPr/>
      </p:nvGrpSpPr>
      <p:grpSpPr>
        <a:xfrm>
          <a:off x="0" y="0"/>
          <a:ext cx="0" cy="0"/>
          <a:chOff x="0" y="0"/>
          <a:chExt cx="0" cy="0"/>
        </a:xfrm>
      </p:grpSpPr>
      <p:sp>
        <p:nvSpPr>
          <p:cNvPr id="46" name="PlaceHolder 1"/>
          <p:cNvSpPr>
            <a:spLocks noGrp="1"/>
          </p:cNvSpPr>
          <p:nvPr>
            <p:ph type="subTitle"/>
          </p:nvPr>
        </p:nvSpPr>
        <p:spPr>
          <a:xfrm>
            <a:off x="457200" y="274680"/>
            <a:ext cx="8228880" cy="5298120"/>
          </a:xfrm>
          <a:prstGeom prst="rect">
            <a:avLst/>
          </a:prstGeom>
        </p:spPr>
        <p:txBody>
          <a:bodyPr lIns="0" rIns="0" tIns="0" bIns="0" anchor="ctr"/>
          <a:p>
            <a:pPr algn="ctr"/>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type="twoObjAndObj" preserve="1">
  <p:cSld name="Title, 2 Content and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48" name="PlaceHolder 2"/>
          <p:cNvSpPr>
            <a:spLocks noGrp="1"/>
          </p:cNvSpPr>
          <p:nvPr>
            <p:ph type="body"/>
          </p:nvPr>
        </p:nvSpPr>
        <p:spPr>
          <a:xfrm>
            <a:off x="457200" y="1604520"/>
            <a:ext cx="4015800" cy="1896840"/>
          </a:xfrm>
          <a:prstGeom prst="rect">
            <a:avLst/>
          </a:prstGeom>
        </p:spPr>
        <p:txBody>
          <a:bodyPr lIns="0" rIns="0" tIns="0" bIns="0"/>
          <a:p>
            <a:endParaRPr/>
          </a:p>
        </p:txBody>
      </p:sp>
      <p:sp>
        <p:nvSpPr>
          <p:cNvPr id="49" name="PlaceHolder 3"/>
          <p:cNvSpPr>
            <a:spLocks noGrp="1"/>
          </p:cNvSpPr>
          <p:nvPr>
            <p:ph type="body"/>
          </p:nvPr>
        </p:nvSpPr>
        <p:spPr>
          <a:xfrm>
            <a:off x="457200" y="3682080"/>
            <a:ext cx="4015800" cy="1896840"/>
          </a:xfrm>
          <a:prstGeom prst="rect">
            <a:avLst/>
          </a:prstGeom>
        </p:spPr>
        <p:txBody>
          <a:bodyPr lIns="0" rIns="0" tIns="0" bIns="0"/>
          <a:p>
            <a:endParaRPr/>
          </a:p>
        </p:txBody>
      </p:sp>
      <p:sp>
        <p:nvSpPr>
          <p:cNvPr id="50" name="PlaceHolder 4"/>
          <p:cNvSpPr>
            <a:spLocks noGrp="1"/>
          </p:cNvSpPr>
          <p:nvPr>
            <p:ph type="body"/>
          </p:nvPr>
        </p:nvSpPr>
        <p:spPr>
          <a:xfrm>
            <a:off x="4674240" y="1604520"/>
            <a:ext cx="4015800" cy="3977280"/>
          </a:xfrm>
          <a:prstGeom prst="rect">
            <a:avLst/>
          </a:prstGeom>
        </p:spPr>
        <p:txBody>
          <a:bodyPr lIns="0" rIns="0" tIns="0" bIns="0"/>
          <a:p>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type="objAndTwoObj" preserve="1">
  <p:cSld name="Title Content and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52" name="PlaceHolder 2"/>
          <p:cNvSpPr>
            <a:spLocks noGrp="1"/>
          </p:cNvSpPr>
          <p:nvPr>
            <p:ph type="body"/>
          </p:nvPr>
        </p:nvSpPr>
        <p:spPr>
          <a:xfrm>
            <a:off x="457200" y="1604520"/>
            <a:ext cx="4015800" cy="3977280"/>
          </a:xfrm>
          <a:prstGeom prst="rect">
            <a:avLst/>
          </a:prstGeom>
        </p:spPr>
        <p:txBody>
          <a:bodyPr lIns="0" rIns="0" tIns="0" bIns="0"/>
          <a:p>
            <a:endParaRPr/>
          </a:p>
        </p:txBody>
      </p:sp>
      <p:sp>
        <p:nvSpPr>
          <p:cNvPr id="53" name="PlaceHolder 3"/>
          <p:cNvSpPr>
            <a:spLocks noGrp="1"/>
          </p:cNvSpPr>
          <p:nvPr>
            <p:ph type="body"/>
          </p:nvPr>
        </p:nvSpPr>
        <p:spPr>
          <a:xfrm>
            <a:off x="4674240" y="1604520"/>
            <a:ext cx="4015800" cy="1896840"/>
          </a:xfrm>
          <a:prstGeom prst="rect">
            <a:avLst/>
          </a:prstGeom>
        </p:spPr>
        <p:txBody>
          <a:bodyPr lIns="0" rIns="0" tIns="0" bIns="0"/>
          <a:p>
            <a:endParaRPr/>
          </a:p>
        </p:txBody>
      </p:sp>
      <p:sp>
        <p:nvSpPr>
          <p:cNvPr id="54" name="PlaceHolder 4"/>
          <p:cNvSpPr>
            <a:spLocks noGrp="1"/>
          </p:cNvSpPr>
          <p:nvPr>
            <p:ph type="body"/>
          </p:nvPr>
        </p:nvSpPr>
        <p:spPr>
          <a:xfrm>
            <a:off x="4674240" y="3682080"/>
            <a:ext cx="4015800" cy="1896840"/>
          </a:xfrm>
          <a:prstGeom prst="rect">
            <a:avLst/>
          </a:prstGeom>
        </p:spPr>
        <p:txBody>
          <a:bodyPr lIns="0" rIns="0" tIns="0" bIns="0"/>
          <a:p>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type="twoObjOverTx" preserve="1">
  <p:cSld name="Title, 2 Content over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56" name="PlaceHolder 2"/>
          <p:cNvSpPr>
            <a:spLocks noGrp="1"/>
          </p:cNvSpPr>
          <p:nvPr>
            <p:ph type="body"/>
          </p:nvPr>
        </p:nvSpPr>
        <p:spPr>
          <a:xfrm>
            <a:off x="457200" y="1604520"/>
            <a:ext cx="4015800" cy="1896840"/>
          </a:xfrm>
          <a:prstGeom prst="rect">
            <a:avLst/>
          </a:prstGeom>
        </p:spPr>
        <p:txBody>
          <a:bodyPr lIns="0" rIns="0" tIns="0" bIns="0"/>
          <a:p>
            <a:endParaRPr/>
          </a:p>
        </p:txBody>
      </p:sp>
      <p:sp>
        <p:nvSpPr>
          <p:cNvPr id="57" name="PlaceHolder 3"/>
          <p:cNvSpPr>
            <a:spLocks noGrp="1"/>
          </p:cNvSpPr>
          <p:nvPr>
            <p:ph type="body"/>
          </p:nvPr>
        </p:nvSpPr>
        <p:spPr>
          <a:xfrm>
            <a:off x="4674240" y="1604520"/>
            <a:ext cx="4015800" cy="1896840"/>
          </a:xfrm>
          <a:prstGeom prst="rect">
            <a:avLst/>
          </a:prstGeom>
        </p:spPr>
        <p:txBody>
          <a:bodyPr lIns="0" rIns="0" tIns="0" bIns="0"/>
          <a:p>
            <a:endParaRPr/>
          </a:p>
        </p:txBody>
      </p:sp>
      <p:sp>
        <p:nvSpPr>
          <p:cNvPr id="58" name="PlaceHolder 4"/>
          <p:cNvSpPr>
            <a:spLocks noGrp="1"/>
          </p:cNvSpPr>
          <p:nvPr>
            <p:ph type="body"/>
          </p:nvPr>
        </p:nvSpPr>
        <p:spPr>
          <a:xfrm>
            <a:off x="457200" y="3682080"/>
            <a:ext cx="8229240" cy="1896840"/>
          </a:xfrm>
          <a:prstGeom prst="rect">
            <a:avLst/>
          </a:prstGeom>
        </p:spPr>
        <p:txBody>
          <a:bodyPr lIns="0" rIns="0" tIns="0" bIns="0"/>
          <a:p>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type="objOverTx" preserve="1">
  <p:cSld name="Title,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60" name="PlaceHolder 2"/>
          <p:cNvSpPr>
            <a:spLocks noGrp="1"/>
          </p:cNvSpPr>
          <p:nvPr>
            <p:ph type="body"/>
          </p:nvPr>
        </p:nvSpPr>
        <p:spPr>
          <a:xfrm>
            <a:off x="457200" y="1604520"/>
            <a:ext cx="8229240" cy="1896840"/>
          </a:xfrm>
          <a:prstGeom prst="rect">
            <a:avLst/>
          </a:prstGeom>
        </p:spPr>
        <p:txBody>
          <a:bodyPr lIns="0" rIns="0" tIns="0" bIns="0"/>
          <a:p>
            <a:endParaRPr/>
          </a:p>
        </p:txBody>
      </p:sp>
      <p:sp>
        <p:nvSpPr>
          <p:cNvPr id="61" name="PlaceHolder 3"/>
          <p:cNvSpPr>
            <a:spLocks noGrp="1"/>
          </p:cNvSpPr>
          <p:nvPr>
            <p:ph type="body"/>
          </p:nvPr>
        </p:nvSpPr>
        <p:spPr>
          <a:xfrm>
            <a:off x="457200" y="3682080"/>
            <a:ext cx="8229240" cy="1896840"/>
          </a:xfrm>
          <a:prstGeom prst="rect">
            <a:avLst/>
          </a:prstGeom>
        </p:spPr>
        <p:txBody>
          <a:bodyPr lIns="0" rIns="0" tIns="0" bIns="0"/>
          <a:p>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type="fourObj" preserve="1">
  <p:cSld name="Title, 4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63" name="PlaceHolder 2"/>
          <p:cNvSpPr>
            <a:spLocks noGrp="1"/>
          </p:cNvSpPr>
          <p:nvPr>
            <p:ph type="body"/>
          </p:nvPr>
        </p:nvSpPr>
        <p:spPr>
          <a:xfrm>
            <a:off x="457200" y="1604520"/>
            <a:ext cx="4015800" cy="1896840"/>
          </a:xfrm>
          <a:prstGeom prst="rect">
            <a:avLst/>
          </a:prstGeom>
        </p:spPr>
        <p:txBody>
          <a:bodyPr lIns="0" rIns="0" tIns="0" bIns="0"/>
          <a:p>
            <a:endParaRPr/>
          </a:p>
        </p:txBody>
      </p:sp>
      <p:sp>
        <p:nvSpPr>
          <p:cNvPr id="64" name="PlaceHolder 3"/>
          <p:cNvSpPr>
            <a:spLocks noGrp="1"/>
          </p:cNvSpPr>
          <p:nvPr>
            <p:ph type="body"/>
          </p:nvPr>
        </p:nvSpPr>
        <p:spPr>
          <a:xfrm>
            <a:off x="4674240" y="1604520"/>
            <a:ext cx="4015800" cy="1896840"/>
          </a:xfrm>
          <a:prstGeom prst="rect">
            <a:avLst/>
          </a:prstGeom>
        </p:spPr>
        <p:txBody>
          <a:bodyPr lIns="0" rIns="0" tIns="0" bIns="0"/>
          <a:p>
            <a:endParaRPr/>
          </a:p>
        </p:txBody>
      </p:sp>
      <p:sp>
        <p:nvSpPr>
          <p:cNvPr id="65" name="PlaceHolder 4"/>
          <p:cNvSpPr>
            <a:spLocks noGrp="1"/>
          </p:cNvSpPr>
          <p:nvPr>
            <p:ph type="body"/>
          </p:nvPr>
        </p:nvSpPr>
        <p:spPr>
          <a:xfrm>
            <a:off x="4674240" y="3682080"/>
            <a:ext cx="4015800" cy="1896840"/>
          </a:xfrm>
          <a:prstGeom prst="rect">
            <a:avLst/>
          </a:prstGeom>
        </p:spPr>
        <p:txBody>
          <a:bodyPr lIns="0" rIns="0" tIns="0" bIns="0"/>
          <a:p>
            <a:endParaRPr/>
          </a:p>
        </p:txBody>
      </p:sp>
      <p:sp>
        <p:nvSpPr>
          <p:cNvPr id="66" name="PlaceHolder 5"/>
          <p:cNvSpPr>
            <a:spLocks noGrp="1"/>
          </p:cNvSpPr>
          <p:nvPr>
            <p:ph type="body"/>
          </p:nvPr>
        </p:nvSpPr>
        <p:spPr>
          <a:xfrm>
            <a:off x="457200" y="3682080"/>
            <a:ext cx="4015800" cy="1896840"/>
          </a:xfrm>
          <a:prstGeom prst="rect">
            <a:avLst/>
          </a:prstGeom>
        </p:spPr>
        <p:txBody>
          <a:bodyPr lIns="0" rIns="0" tIns="0" bIns="0"/>
          <a:p>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type="blank" preserve="1">
  <p:cSld name="Title, 6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68" name="PlaceHolder 2"/>
          <p:cNvSpPr>
            <a:spLocks noGrp="1"/>
          </p:cNvSpPr>
          <p:nvPr>
            <p:ph type="body"/>
          </p:nvPr>
        </p:nvSpPr>
        <p:spPr>
          <a:xfrm>
            <a:off x="457200" y="1604520"/>
            <a:ext cx="8229240" cy="3977280"/>
          </a:xfrm>
          <a:prstGeom prst="rect">
            <a:avLst/>
          </a:prstGeom>
        </p:spPr>
        <p:txBody>
          <a:bodyPr lIns="0" rIns="0" tIns="0" bIns="0"/>
          <a:p>
            <a:endParaRPr/>
          </a:p>
        </p:txBody>
      </p:sp>
      <p:sp>
        <p:nvSpPr>
          <p:cNvPr id="69" name="PlaceHolder 3"/>
          <p:cNvSpPr>
            <a:spLocks noGrp="1"/>
          </p:cNvSpPr>
          <p:nvPr>
            <p:ph type="body"/>
          </p:nvPr>
        </p:nvSpPr>
        <p:spPr>
          <a:xfrm>
            <a:off x="457200" y="1604520"/>
            <a:ext cx="8229240" cy="3977280"/>
          </a:xfrm>
          <a:prstGeom prst="rect">
            <a:avLst/>
          </a:prstGeom>
        </p:spPr>
        <p:txBody>
          <a:bodyPr lIns="0" rIns="0" tIns="0" bIns="0"/>
          <a:p>
            <a:endParaRPr/>
          </a:p>
        </p:txBody>
      </p:sp>
      <p:pic>
        <p:nvPicPr>
          <p:cNvPr id="70" name="" descr=""/>
          <p:cNvPicPr/>
          <p:nvPr/>
        </p:nvPicPr>
        <p:blipFill>
          <a:blip r:embed="rId2"/>
          <a:stretch>
            <a:fillRect/>
          </a:stretch>
        </p:blipFill>
        <p:spPr>
          <a:xfrm>
            <a:off x="2079000" y="1604520"/>
            <a:ext cx="4984920" cy="3977280"/>
          </a:xfrm>
          <a:prstGeom prst="rect">
            <a:avLst/>
          </a:prstGeom>
          <a:ln>
            <a:noFill/>
          </a:ln>
        </p:spPr>
      </p:pic>
      <p:pic>
        <p:nvPicPr>
          <p:cNvPr id="71" name="" descr=""/>
          <p:cNvPicPr/>
          <p:nvPr/>
        </p:nvPicPr>
        <p:blipFill>
          <a:blip r:embed="rId3"/>
          <a:stretch>
            <a:fillRect/>
          </a:stretch>
        </p:blipFill>
        <p:spPr>
          <a:xfrm>
            <a:off x="2079000" y="1604520"/>
            <a:ext cx="4984920" cy="3977280"/>
          </a:xfrm>
          <a:prstGeom prst="rect">
            <a:avLst/>
          </a:prstGeom>
          <a:ln>
            <a:noFill/>
          </a:ln>
        </p:spPr>
      </p:pic>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680"/>
            <a:ext cx="8228880" cy="1142640"/>
          </a:xfrm>
          <a:prstGeom prst="rect">
            <a:avLst/>
          </a:prstGeom>
        </p:spPr>
        <p:txBody>
          <a:bodyPr lIns="0" rIns="0" tIns="0" bIns="0" anchor="ctr"/>
          <a:p>
            <a:r>
              <a:rPr lang="pt-BR">
                <a:latin typeface="Arial"/>
              </a:rPr>
              <a:t>Clique para editar o formato do texto do título</a:t>
            </a:r>
            <a:endParaRPr/>
          </a:p>
        </p:txBody>
      </p:sp>
      <p:sp>
        <p:nvSpPr>
          <p:cNvPr id="1" name="PlaceHolder 2"/>
          <p:cNvSpPr>
            <a:spLocks noGrp="1"/>
          </p:cNvSpPr>
          <p:nvPr>
            <p:ph type="body"/>
          </p:nvPr>
        </p:nvSpPr>
        <p:spPr>
          <a:xfrm>
            <a:off x="457200" y="1604520"/>
            <a:ext cx="8229240" cy="3977280"/>
          </a:xfrm>
          <a:prstGeom prst="rect">
            <a:avLst/>
          </a:prstGeom>
        </p:spPr>
        <p:txBody>
          <a:bodyPr lIns="0" rIns="0" tIns="0" bIns="0"/>
          <a:p>
            <a:pPr>
              <a:buSzPct val="45000"/>
              <a:buFont typeface="StarSymbol"/>
              <a:buChar char=""/>
            </a:pPr>
            <a:r>
              <a:rPr lang="pt-BR" sz="3200">
                <a:latin typeface="Arial"/>
              </a:rPr>
              <a:t>Clique para editar o formato do texto da estrutura de tópicos</a:t>
            </a:r>
            <a:endParaRPr/>
          </a:p>
          <a:p>
            <a:pPr lvl="1">
              <a:buSzPct val="75000"/>
              <a:buFont typeface="StarSymbol"/>
              <a:buChar char=""/>
            </a:pPr>
            <a:r>
              <a:rPr lang="pt-BR" sz="2800">
                <a:latin typeface="Arial"/>
              </a:rPr>
              <a:t>2.º Nível da estrutura de tópicos</a:t>
            </a:r>
            <a:endParaRPr/>
          </a:p>
          <a:p>
            <a:pPr lvl="2">
              <a:buSzPct val="45000"/>
              <a:buFont typeface="StarSymbol"/>
              <a:buChar char=""/>
            </a:pPr>
            <a:r>
              <a:rPr lang="pt-BR" sz="2400">
                <a:latin typeface="Arial"/>
              </a:rPr>
              <a:t>3.º Nível da estrutura de tópicos</a:t>
            </a:r>
            <a:endParaRPr/>
          </a:p>
          <a:p>
            <a:pPr lvl="3">
              <a:buSzPct val="75000"/>
              <a:buFont typeface="StarSymbol"/>
              <a:buChar char=""/>
            </a:pPr>
            <a:r>
              <a:rPr lang="pt-BR" sz="2000">
                <a:latin typeface="Arial"/>
              </a:rPr>
              <a:t>4.º Nível da estrutura de tópicos</a:t>
            </a:r>
            <a:endParaRPr/>
          </a:p>
          <a:p>
            <a:pPr lvl="4">
              <a:buSzPct val="45000"/>
              <a:buFont typeface="StarSymbol"/>
              <a:buChar char=""/>
            </a:pPr>
            <a:r>
              <a:rPr lang="pt-BR" sz="2000">
                <a:latin typeface="Arial"/>
              </a:rPr>
              <a:t>5.º Nível da estrutura de tópicos</a:t>
            </a:r>
            <a:endParaRPr/>
          </a:p>
          <a:p>
            <a:pPr lvl="5">
              <a:buSzPct val="45000"/>
              <a:buFont typeface="StarSymbol"/>
              <a:buChar char=""/>
            </a:pPr>
            <a:r>
              <a:rPr lang="pt-BR" sz="2000">
                <a:latin typeface="Arial"/>
              </a:rPr>
              <a:t>6.º Nível da estrutura de tópicos</a:t>
            </a:r>
            <a:endParaRPr/>
          </a:p>
          <a:p>
            <a:pPr lvl="6">
              <a:buSzPct val="45000"/>
              <a:buFont typeface="StarSymbol"/>
              <a:buChar char=""/>
            </a:pPr>
            <a:r>
              <a:rPr lang="pt-BR" sz="2000">
                <a:latin typeface="Arial"/>
              </a:rPr>
              <a:t>7.º Nível da estrutura de tópicos</a:t>
            </a:r>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73600"/>
            <a:ext cx="8229240" cy="1144800"/>
          </a:xfrm>
          <a:prstGeom prst="rect">
            <a:avLst/>
          </a:prstGeom>
        </p:spPr>
        <p:txBody>
          <a:bodyPr lIns="0" rIns="0" tIns="0" bIns="0" anchor="ctr"/>
          <a:p>
            <a:pPr algn="ctr"/>
            <a:r>
              <a:rPr lang="pt-BR" sz="4400">
                <a:latin typeface="Arial"/>
              </a:rPr>
              <a:t>Clique para editar o formato do texto do título</a:t>
            </a:r>
            <a:endParaRPr/>
          </a:p>
        </p:txBody>
      </p:sp>
      <p:sp>
        <p:nvSpPr>
          <p:cNvPr id="37" name="PlaceHolder 2"/>
          <p:cNvSpPr>
            <a:spLocks noGrp="1"/>
          </p:cNvSpPr>
          <p:nvPr>
            <p:ph type="body"/>
          </p:nvPr>
        </p:nvSpPr>
        <p:spPr>
          <a:xfrm>
            <a:off x="457200" y="1604520"/>
            <a:ext cx="8229240" cy="3977280"/>
          </a:xfrm>
          <a:prstGeom prst="rect">
            <a:avLst/>
          </a:prstGeom>
        </p:spPr>
        <p:txBody>
          <a:bodyPr lIns="0" rIns="0" tIns="0" bIns="0"/>
          <a:p>
            <a:pPr>
              <a:buSzPct val="45000"/>
              <a:buFont typeface="StarSymbol"/>
              <a:buChar char=""/>
            </a:pPr>
            <a:r>
              <a:rPr lang="pt-BR" sz="3200">
                <a:latin typeface="Arial"/>
              </a:rPr>
              <a:t>Clique para editar o formato do texto da estrutura de tópicos</a:t>
            </a:r>
            <a:endParaRPr/>
          </a:p>
          <a:p>
            <a:pPr lvl="1">
              <a:buSzPct val="75000"/>
              <a:buFont typeface="StarSymbol"/>
              <a:buChar char=""/>
            </a:pPr>
            <a:r>
              <a:rPr lang="pt-BR" sz="2800">
                <a:latin typeface="Arial"/>
              </a:rPr>
              <a:t>2.º Nível da estrutura de tópicos</a:t>
            </a:r>
            <a:endParaRPr/>
          </a:p>
          <a:p>
            <a:pPr lvl="2">
              <a:buSzPct val="45000"/>
              <a:buFont typeface="StarSymbol"/>
              <a:buChar char=""/>
            </a:pPr>
            <a:r>
              <a:rPr lang="pt-BR" sz="2400">
                <a:latin typeface="Arial"/>
              </a:rPr>
              <a:t>3.º Nível da estrutura de tópicos</a:t>
            </a:r>
            <a:endParaRPr/>
          </a:p>
          <a:p>
            <a:pPr lvl="3">
              <a:buSzPct val="75000"/>
              <a:buFont typeface="StarSymbol"/>
              <a:buChar char=""/>
            </a:pPr>
            <a:r>
              <a:rPr lang="pt-BR" sz="2000">
                <a:latin typeface="Arial"/>
              </a:rPr>
              <a:t>4.º Nível da estrutura de tópicos</a:t>
            </a:r>
            <a:endParaRPr/>
          </a:p>
          <a:p>
            <a:pPr lvl="4">
              <a:buSzPct val="45000"/>
              <a:buFont typeface="StarSymbol"/>
              <a:buChar char=""/>
            </a:pPr>
            <a:r>
              <a:rPr lang="pt-BR" sz="2000">
                <a:latin typeface="Arial"/>
              </a:rPr>
              <a:t>5.º Nível da estrutura de tópicos</a:t>
            </a:r>
            <a:endParaRPr/>
          </a:p>
          <a:p>
            <a:pPr lvl="5">
              <a:buSzPct val="45000"/>
              <a:buFont typeface="StarSymbol"/>
              <a:buChar char=""/>
            </a:pPr>
            <a:r>
              <a:rPr lang="pt-BR" sz="2000">
                <a:latin typeface="Arial"/>
              </a:rPr>
              <a:t>6.º Nível da estrutura de tópicos</a:t>
            </a:r>
            <a:endParaRPr/>
          </a:p>
          <a:p>
            <a:pPr lvl="6">
              <a:buSzPct val="45000"/>
              <a:buFont typeface="StarSymbol"/>
              <a:buChar char=""/>
            </a:pPr>
            <a:r>
              <a:rPr lang="pt-BR" sz="2000">
                <a:latin typeface="Arial"/>
              </a:rPr>
              <a:t>7.º Nível da estrutura de tópicos</a:t>
            </a:r>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png"/><Relationship Id="rId3"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2" name="CustomShape 1"/>
          <p:cNvSpPr/>
          <p:nvPr/>
        </p:nvSpPr>
        <p:spPr>
          <a:xfrm>
            <a:off x="285840" y="0"/>
            <a:ext cx="9143280" cy="1469160"/>
          </a:xfrm>
          <a:prstGeom prst="rect">
            <a:avLst/>
          </a:prstGeom>
          <a:noFill/>
          <a:ln>
            <a:noFill/>
          </a:ln>
        </p:spPr>
        <p:txBody>
          <a:bodyPr lIns="90000" rIns="90000" tIns="45000" bIns="45000" anchor="ctr"/>
          <a:p>
            <a:pPr algn="ctr">
              <a:lnSpc>
                <a:spcPct val="100000"/>
              </a:lnSpc>
            </a:pPr>
            <a:r>
              <a:rPr lang="pt-BR" sz="4400">
                <a:solidFill>
                  <a:srgbClr val="000000"/>
                </a:solidFill>
                <a:latin typeface="Calibri"/>
              </a:rPr>
              <a:t>Universidade de Brasília</a:t>
            </a:r>
            <a:endParaRPr/>
          </a:p>
        </p:txBody>
      </p:sp>
      <p:sp>
        <p:nvSpPr>
          <p:cNvPr id="73" name="CustomShape 2"/>
          <p:cNvSpPr/>
          <p:nvPr/>
        </p:nvSpPr>
        <p:spPr>
          <a:xfrm>
            <a:off x="285840" y="1214280"/>
            <a:ext cx="9143280" cy="1751760"/>
          </a:xfrm>
          <a:prstGeom prst="rect">
            <a:avLst/>
          </a:prstGeom>
          <a:noFill/>
          <a:ln>
            <a:noFill/>
          </a:ln>
        </p:spPr>
        <p:txBody>
          <a:bodyPr lIns="90000" rIns="90000" tIns="45000" bIns="45000"/>
          <a:p>
            <a:pPr algn="ctr">
              <a:lnSpc>
                <a:spcPct val="100000"/>
              </a:lnSpc>
            </a:pPr>
            <a:r>
              <a:rPr lang="pt-BR" sz="2000">
                <a:solidFill>
                  <a:srgbClr val="000000"/>
                </a:solidFill>
                <a:latin typeface="Calibri"/>
              </a:rPr>
              <a:t>Introdução a computação sônica</a:t>
            </a:r>
            <a:endParaRPr/>
          </a:p>
        </p:txBody>
      </p:sp>
      <p:sp>
        <p:nvSpPr>
          <p:cNvPr id="74" name="CustomShape 3"/>
          <p:cNvSpPr/>
          <p:nvPr/>
        </p:nvSpPr>
        <p:spPr>
          <a:xfrm>
            <a:off x="428760" y="5786280"/>
            <a:ext cx="8714520" cy="912960"/>
          </a:xfrm>
          <a:prstGeom prst="rect">
            <a:avLst/>
          </a:prstGeom>
          <a:noFill/>
          <a:ln>
            <a:noFill/>
          </a:ln>
        </p:spPr>
        <p:txBody>
          <a:bodyPr lIns="90000" rIns="90000" tIns="45000" bIns="45000"/>
          <a:p>
            <a:pPr>
              <a:lnSpc>
                <a:spcPct val="100000"/>
              </a:lnSpc>
            </a:pPr>
            <a:r>
              <a:rPr lang="pt-BR">
                <a:solidFill>
                  <a:srgbClr val="000000"/>
                </a:solidFill>
                <a:latin typeface="Calibri"/>
              </a:rPr>
              <a:t>Guilherme Andreúce - 140141961</a:t>
            </a:r>
            <a:endParaRPr/>
          </a:p>
          <a:p>
            <a:pPr>
              <a:lnSpc>
                <a:spcPct val="100000"/>
              </a:lnSpc>
            </a:pPr>
            <a:r>
              <a:rPr lang="pt-BR">
                <a:solidFill>
                  <a:srgbClr val="000000"/>
                </a:solidFill>
                <a:latin typeface="Calibri"/>
              </a:rPr>
              <a:t>Yan Victor - 140033599</a:t>
            </a:r>
            <a:endParaRPr/>
          </a:p>
          <a:p>
            <a:pPr>
              <a:lnSpc>
                <a:spcPct val="100000"/>
              </a:lnSpc>
            </a:pPr>
            <a:endParaRPr/>
          </a:p>
        </p:txBody>
      </p:sp>
      <p:pic>
        <p:nvPicPr>
          <p:cNvPr id="75" name="Imagem 7" descr=""/>
          <p:cNvPicPr/>
          <p:nvPr/>
        </p:nvPicPr>
        <p:blipFill>
          <a:blip r:embed="rId1"/>
          <a:stretch>
            <a:fillRect/>
          </a:stretch>
        </p:blipFill>
        <p:spPr>
          <a:xfrm>
            <a:off x="2714760" y="2500200"/>
            <a:ext cx="3864960" cy="2387160"/>
          </a:xfrm>
          <a:prstGeom prst="rect">
            <a:avLst/>
          </a:prstGeom>
          <a:ln>
            <a:noFill/>
          </a:ln>
        </p:spPr>
      </p:pic>
      <p:pic>
        <p:nvPicPr>
          <p:cNvPr id="76" name="Picture 2" descr=""/>
          <p:cNvPicPr/>
          <p:nvPr/>
        </p:nvPicPr>
        <p:blipFill>
          <a:blip r:embed="rId2"/>
          <a:stretch>
            <a:fillRect/>
          </a:stretch>
        </p:blipFill>
        <p:spPr>
          <a:xfrm>
            <a:off x="142920" y="214200"/>
            <a:ext cx="1485360" cy="961200"/>
          </a:xfrm>
          <a:prstGeom prst="rect">
            <a:avLst/>
          </a:prstGeom>
          <a:ln>
            <a:noFill/>
          </a:ln>
        </p:spPr>
      </p:pic>
    </p:spTree>
  </p:cSld>
  <p:timing>
    <p:tnLst>
      <p:par>
        <p:cTn id="1" dur="indefinite" restart="never" nodeType="tmRoot">
          <p:childTnLst>
            <p:seq>
              <p:cTn id="2" nodeType="mainSeq"/>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7" name="TextShape 1"/>
          <p:cNvSpPr txBox="1"/>
          <p:nvPr/>
        </p:nvSpPr>
        <p:spPr>
          <a:xfrm>
            <a:off x="457200" y="274680"/>
            <a:ext cx="8228880" cy="1142640"/>
          </a:xfrm>
          <a:prstGeom prst="rect">
            <a:avLst/>
          </a:prstGeom>
        </p:spPr>
        <p:txBody>
          <a:bodyPr lIns="0" rIns="0" tIns="0" bIns="0" anchor="ctr"/>
          <a:p>
            <a:pPr algn="ctr"/>
            <a:r>
              <a:rPr lang="pt-BR" sz="4400">
                <a:latin typeface="Arial"/>
              </a:rPr>
              <a:t>Sumário</a:t>
            </a:r>
            <a:endParaRPr/>
          </a:p>
        </p:txBody>
      </p:sp>
      <p:sp>
        <p:nvSpPr>
          <p:cNvPr id="78" name="TextShape 2"/>
          <p:cNvSpPr txBox="1"/>
          <p:nvPr/>
        </p:nvSpPr>
        <p:spPr>
          <a:xfrm>
            <a:off x="457200" y="1604520"/>
            <a:ext cx="8229240" cy="3977280"/>
          </a:xfrm>
          <a:prstGeom prst="rect">
            <a:avLst/>
          </a:prstGeom>
        </p:spPr>
        <p:txBody>
          <a:bodyPr lIns="0" rIns="0" tIns="0" bIns="0"/>
          <a:p>
            <a:pPr>
              <a:buSzPct val="45000"/>
              <a:buFont typeface="StarSymbol"/>
              <a:buChar char=""/>
            </a:pPr>
            <a:r>
              <a:rPr lang="pt-BR" sz="3200">
                <a:latin typeface="Arial"/>
              </a:rPr>
              <a:t>Especificação do Trabalho 4</a:t>
            </a:r>
            <a:endParaRPr/>
          </a:p>
          <a:p>
            <a:pPr>
              <a:buSzPct val="45000"/>
              <a:buFont typeface="StarSymbol"/>
              <a:buChar char=""/>
            </a:pPr>
            <a:r>
              <a:rPr lang="pt-BR" sz="3200">
                <a:latin typeface="Arial"/>
              </a:rPr>
              <a:t>O que são cartas espectrais</a:t>
            </a:r>
            <a:endParaRPr/>
          </a:p>
          <a:p>
            <a:pPr>
              <a:buSzPct val="45000"/>
              <a:buFont typeface="StarSymbol"/>
              <a:buChar char=""/>
            </a:pPr>
            <a:r>
              <a:rPr lang="pt-BR" sz="3200">
                <a:latin typeface="Arial"/>
              </a:rPr>
              <a:t>Parâmetros</a:t>
            </a:r>
            <a:endParaRPr/>
          </a:p>
          <a:p>
            <a:pPr>
              <a:buSzPct val="45000"/>
              <a:buFont typeface="StarSymbol"/>
              <a:buChar char=""/>
            </a:pPr>
            <a:r>
              <a:rPr lang="pt-BR" sz="3200">
                <a:latin typeface="Arial"/>
              </a:rPr>
              <a:t>Instrumentos e músicas</a:t>
            </a:r>
            <a:endParaRPr/>
          </a:p>
          <a:p>
            <a:pPr>
              <a:buSzPct val="45000"/>
              <a:buFont typeface="StarSymbol"/>
              <a:buChar char=""/>
            </a:pPr>
            <a:r>
              <a:rPr lang="pt-BR" sz="3200">
                <a:latin typeface="Arial"/>
              </a:rPr>
              <a:t>Cartas</a:t>
            </a:r>
            <a:endParaRPr/>
          </a:p>
        </p:txBody>
      </p:sp>
    </p:spTree>
  </p:cSld>
  <p:timing>
    <p:tnLst>
      <p:par>
        <p:cTn id="3" dur="indefinite" restart="never" nodeType="tmRoot">
          <p:childTnLst>
            <p:seq>
              <p:cTn id="4" nodeType="mainSeq"/>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9" name="TextShape 1"/>
          <p:cNvSpPr txBox="1"/>
          <p:nvPr/>
        </p:nvSpPr>
        <p:spPr>
          <a:xfrm>
            <a:off x="457200" y="274680"/>
            <a:ext cx="8228880" cy="1142640"/>
          </a:xfrm>
          <a:prstGeom prst="rect">
            <a:avLst/>
          </a:prstGeom>
        </p:spPr>
        <p:txBody>
          <a:bodyPr lIns="0" rIns="0" tIns="0" bIns="0" anchor="ctr"/>
          <a:p>
            <a:pPr algn="ctr"/>
            <a:r>
              <a:rPr lang="pt-BR" sz="4400">
                <a:solidFill>
                  <a:srgbClr val="ff3333"/>
                </a:solidFill>
                <a:latin typeface="Arial"/>
              </a:rPr>
              <a:t>PROBLEMA</a:t>
            </a:r>
            <a:endParaRPr/>
          </a:p>
        </p:txBody>
      </p:sp>
      <p:sp>
        <p:nvSpPr>
          <p:cNvPr id="80" name="TextShape 2"/>
          <p:cNvSpPr txBox="1"/>
          <p:nvPr/>
        </p:nvSpPr>
        <p:spPr>
          <a:xfrm>
            <a:off x="457200" y="1604520"/>
            <a:ext cx="8229240" cy="3977280"/>
          </a:xfrm>
          <a:prstGeom prst="rect">
            <a:avLst/>
          </a:prstGeom>
        </p:spPr>
        <p:txBody>
          <a:bodyPr lIns="0" rIns="0" tIns="0" bIns="0"/>
          <a:p>
            <a:pPr algn="just">
              <a:buSzPct val="45000"/>
              <a:buFont typeface="StarSymbol"/>
              <a:buChar char=""/>
            </a:pPr>
            <a:r>
              <a:rPr lang="pt-BR" sz="3200">
                <a:latin typeface="Arial"/>
              </a:rPr>
              <a:t>Este trabalho consiste em escrever uma carta espectral SOM-A correspondente a uma partitura que contenha dois ou mais instrumentos aditivos, cada um deles sendo construído com base na Transformada Rápida de Fourier (FFT) aplicada ao sinal (de uma nota) de um dado instrumento acústico. </a:t>
            </a:r>
            <a:endParaRPr/>
          </a:p>
        </p:txBody>
      </p:sp>
    </p:spTree>
  </p:cSld>
  <p:timing>
    <p:tnLst>
      <p:par>
        <p:cTn id="5" dur="indefinite" restart="never" nodeType="tmRoot">
          <p:childTnLst>
            <p:seq>
              <p:cTn id="6" nodeType="mainSeq"/>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1" name="TextShape 1"/>
          <p:cNvSpPr txBox="1"/>
          <p:nvPr/>
        </p:nvSpPr>
        <p:spPr>
          <a:xfrm>
            <a:off x="457200" y="274680"/>
            <a:ext cx="8228880" cy="1142640"/>
          </a:xfrm>
          <a:prstGeom prst="rect">
            <a:avLst/>
          </a:prstGeom>
        </p:spPr>
        <p:txBody>
          <a:bodyPr lIns="0" rIns="0" tIns="0" bIns="0" anchor="ctr"/>
          <a:p>
            <a:pPr algn="ctr"/>
            <a:r>
              <a:rPr lang="pt-BR" sz="4400">
                <a:latin typeface="Arial"/>
              </a:rPr>
              <a:t>O que são cartas espectrais</a:t>
            </a:r>
            <a:endParaRPr/>
          </a:p>
        </p:txBody>
      </p:sp>
      <p:sp>
        <p:nvSpPr>
          <p:cNvPr id="82" name="TextShape 2"/>
          <p:cNvSpPr txBox="1"/>
          <p:nvPr/>
        </p:nvSpPr>
        <p:spPr>
          <a:xfrm>
            <a:off x="457200" y="1604520"/>
            <a:ext cx="8229240" cy="3977280"/>
          </a:xfrm>
          <a:prstGeom prst="rect">
            <a:avLst/>
          </a:prstGeom>
        </p:spPr>
        <p:txBody>
          <a:bodyPr lIns="0" rIns="0" tIns="0" bIns="0"/>
          <a:p>
            <a:pPr algn="just">
              <a:buSzPct val="45000"/>
              <a:buFont typeface="StarSymbol"/>
              <a:buChar char=""/>
            </a:pPr>
            <a:r>
              <a:rPr b="1" lang="pt-BR" sz="3200">
                <a:latin typeface="Arial"/>
              </a:rPr>
              <a:t>Cartas espectrais</a:t>
            </a:r>
            <a:r>
              <a:rPr lang="pt-BR" sz="3200">
                <a:latin typeface="Arial"/>
              </a:rPr>
              <a:t>: São programas partiturais a serem interpretados pela máquina espectral do SOM-A, isto é, são estruturas de dados que contêm partituras e orquestras matemáticas.</a:t>
            </a:r>
            <a:endParaRPr/>
          </a:p>
          <a:p>
            <a:pPr algn="just">
              <a:buSzPct val="45000"/>
              <a:buFont typeface="StarSymbol"/>
              <a:buChar char=""/>
            </a:pPr>
            <a:r>
              <a:rPr lang="pt-BR" sz="3200">
                <a:latin typeface="Arial"/>
              </a:rPr>
              <a:t>Instrumentos: se define a partir de um número qualquer de componentes, todas elas possuindo um comportamento espectral bem definido e individualizado.  </a:t>
            </a:r>
            <a:endParaRPr/>
          </a:p>
          <a:p>
            <a:pPr algn="just">
              <a:buSzPct val="45000"/>
              <a:buFont typeface="StarSymbol"/>
              <a:buChar char=""/>
            </a:pPr>
            <a:r>
              <a:rPr lang="pt-BR" sz="3200">
                <a:latin typeface="Arial"/>
              </a:rPr>
              <a:t>Notas: Para se executar uma nota, que contém uma lista de parâmetros, utilizam-se comandos que fazem referência a todas as unidades-H do instrumento. </a:t>
            </a:r>
            <a:endParaRPr/>
          </a:p>
          <a:p>
            <a:pPr algn="just">
              <a:buSzPct val="45000"/>
              <a:buFont typeface="StarSymbol"/>
              <a:buChar char=""/>
            </a:pPr>
            <a:endParaRPr/>
          </a:p>
        </p:txBody>
      </p:sp>
    </p:spTree>
  </p:cSld>
  <p:timing>
    <p:tnLst>
      <p:par>
        <p:cTn id="7" dur="indefinite" restart="never" nodeType="tmRoot">
          <p:childTnLst>
            <p:seq>
              <p:cTn id="8" nodeType="mainSeq"/>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3" name="TextShape 1"/>
          <p:cNvSpPr txBox="1"/>
          <p:nvPr/>
        </p:nvSpPr>
        <p:spPr>
          <a:xfrm>
            <a:off x="457200" y="274680"/>
            <a:ext cx="8228880" cy="1142640"/>
          </a:xfrm>
          <a:prstGeom prst="rect">
            <a:avLst/>
          </a:prstGeom>
        </p:spPr>
        <p:txBody>
          <a:bodyPr lIns="0" rIns="0" tIns="0" bIns="0" anchor="ctr"/>
          <a:p>
            <a:pPr algn="ctr"/>
            <a:r>
              <a:rPr lang="pt-BR" sz="4400">
                <a:latin typeface="Arial"/>
              </a:rPr>
              <a:t>Parâmetros</a:t>
            </a:r>
            <a:endParaRPr/>
          </a:p>
        </p:txBody>
      </p:sp>
      <p:sp>
        <p:nvSpPr>
          <p:cNvPr id="84" name="TextShape 2"/>
          <p:cNvSpPr txBox="1"/>
          <p:nvPr/>
        </p:nvSpPr>
        <p:spPr>
          <a:xfrm>
            <a:off x="457200" y="1604520"/>
            <a:ext cx="8229240" cy="3977280"/>
          </a:xfrm>
          <a:prstGeom prst="rect">
            <a:avLst/>
          </a:prstGeom>
        </p:spPr>
        <p:txBody>
          <a:bodyPr lIns="0" rIns="0" tIns="0" bIns="0"/>
          <a:p>
            <a:pPr>
              <a:buSzPct val="45000"/>
              <a:buFont typeface="StarSymbol"/>
              <a:buChar char=""/>
            </a:pPr>
            <a:r>
              <a:rPr lang="pt-BR" sz="3200">
                <a:latin typeface="Arial"/>
              </a:rPr>
              <a:t>Operador </a:t>
            </a:r>
            <a:r>
              <a:rPr b="1" lang="pt-BR" sz="3200">
                <a:latin typeface="Arial"/>
              </a:rPr>
              <a:t>VAL</a:t>
            </a:r>
            <a:r>
              <a:rPr lang="pt-BR" sz="3200">
                <a:latin typeface="Arial"/>
              </a:rPr>
              <a:t>: É o primeiro comando de uma carta espectral, devendo ser aplicado sob a forma:</a:t>
            </a:r>
            <a:endParaRPr/>
          </a:p>
          <a:p>
            <a:pPr>
              <a:buSzPct val="45000"/>
              <a:buFont typeface="StarSymbol"/>
              <a:buChar char=""/>
            </a:pPr>
            <a:r>
              <a:rPr b="1" lang="pt-BR" sz="3200">
                <a:latin typeface="Arial"/>
              </a:rPr>
              <a:t>(VAL t1 t2 Fa   A T N L)</a:t>
            </a:r>
            <a:r>
              <a:rPr lang="pt-BR" sz="3200">
                <a:latin typeface="Arial"/>
              </a:rPr>
              <a:t> </a:t>
            </a:r>
            <a:endParaRPr/>
          </a:p>
          <a:p>
            <a:pPr>
              <a:buSzPct val="45000"/>
              <a:buFont typeface="StarSymbol"/>
              <a:buChar char=""/>
            </a:pPr>
            <a:r>
              <a:rPr b="1" lang="pt-BR" sz="3200">
                <a:latin typeface="Arial"/>
              </a:rPr>
              <a:t>A</a:t>
            </a:r>
            <a:r>
              <a:rPr lang="pt-BR" sz="3200">
                <a:latin typeface="Arial"/>
              </a:rPr>
              <a:t>: Andamento. Valor que multiplica todos os tempos e durações.</a:t>
            </a:r>
            <a:endParaRPr/>
          </a:p>
          <a:p>
            <a:pPr>
              <a:buSzPct val="45000"/>
              <a:buFont typeface="StarSymbol"/>
              <a:buChar char=""/>
            </a:pPr>
            <a:endParaRPr/>
          </a:p>
          <a:p>
            <a:pPr>
              <a:buSzPct val="45000"/>
              <a:buFont typeface="StarSymbol"/>
              <a:buChar char=""/>
            </a:pPr>
            <a:r>
              <a:rPr b="1" lang="pt-BR" sz="3200">
                <a:latin typeface="Arial"/>
              </a:rPr>
              <a:t>T</a:t>
            </a:r>
            <a:r>
              <a:rPr lang="pt-BR" sz="3200">
                <a:latin typeface="Arial"/>
              </a:rPr>
              <a:t>: Transposição. Valor que multiplica as frequências (nas notas).</a:t>
            </a:r>
            <a:endParaRPr/>
          </a:p>
          <a:p>
            <a:pPr>
              <a:buSzPct val="45000"/>
              <a:buFont typeface="StarSymbol"/>
              <a:buChar char=""/>
            </a:pPr>
            <a:endParaRPr/>
          </a:p>
          <a:p>
            <a:pPr>
              <a:buSzPct val="45000"/>
              <a:buFont typeface="StarSymbol"/>
              <a:buChar char=""/>
            </a:pPr>
            <a:r>
              <a:rPr b="1" lang="pt-BR" sz="3200">
                <a:latin typeface="Arial"/>
              </a:rPr>
              <a:t>N</a:t>
            </a:r>
            <a:r>
              <a:rPr lang="pt-BR" sz="3200">
                <a:latin typeface="Arial"/>
              </a:rPr>
              <a:t>: Norma. Valor que multiplica as amplitudes das notas.</a:t>
            </a:r>
            <a:endParaRPr/>
          </a:p>
          <a:p>
            <a:pPr>
              <a:buSzPct val="45000"/>
              <a:buFont typeface="StarSymbol"/>
              <a:buChar char=""/>
            </a:pPr>
            <a:endParaRPr/>
          </a:p>
          <a:p>
            <a:pPr>
              <a:buSzPct val="45000"/>
              <a:buFont typeface="StarSymbol"/>
              <a:buChar char=""/>
            </a:pPr>
            <a:r>
              <a:rPr b="1" lang="pt-BR" sz="3200">
                <a:latin typeface="Arial"/>
              </a:rPr>
              <a:t>L</a:t>
            </a:r>
            <a:r>
              <a:rPr lang="pt-BR" sz="3200">
                <a:latin typeface="Arial"/>
              </a:rPr>
              <a:t>: Limite de envoltória. Valor limite das abscissas na envoltória. </a:t>
            </a:r>
            <a:endParaRPr/>
          </a:p>
        </p:txBody>
      </p:sp>
    </p:spTree>
  </p:cSld>
  <p:timing>
    <p:tnLst>
      <p:par>
        <p:cTn id="9" dur="indefinite" restart="never" nodeType="tmRoot">
          <p:childTnLst>
            <p:seq>
              <p:cTn id="10" nodeType="mainSeq"/>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5" name="TextShape 1"/>
          <p:cNvSpPr txBox="1"/>
          <p:nvPr/>
        </p:nvSpPr>
        <p:spPr>
          <a:xfrm>
            <a:off x="457200" y="274680"/>
            <a:ext cx="8228880" cy="1142640"/>
          </a:xfrm>
          <a:prstGeom prst="rect">
            <a:avLst/>
          </a:prstGeom>
        </p:spPr>
        <p:txBody>
          <a:bodyPr lIns="0" rIns="0" tIns="0" bIns="0" anchor="ctr"/>
          <a:p>
            <a:pPr algn="ctr"/>
            <a:r>
              <a:rPr lang="pt-BR" sz="4400">
                <a:latin typeface="Arial"/>
              </a:rPr>
              <a:t>Parâmetros</a:t>
            </a:r>
            <a:endParaRPr/>
          </a:p>
        </p:txBody>
      </p:sp>
      <p:sp>
        <p:nvSpPr>
          <p:cNvPr id="86" name="TextShape 2"/>
          <p:cNvSpPr txBox="1"/>
          <p:nvPr/>
        </p:nvSpPr>
        <p:spPr>
          <a:xfrm>
            <a:off x="457200" y="1604520"/>
            <a:ext cx="8229240" cy="3977280"/>
          </a:xfrm>
          <a:prstGeom prst="rect">
            <a:avLst/>
          </a:prstGeom>
        </p:spPr>
        <p:txBody>
          <a:bodyPr lIns="0" rIns="0" tIns="0" bIns="0"/>
          <a:p>
            <a:pPr>
              <a:buSzPct val="45000"/>
              <a:buFont typeface="StarSymbol"/>
              <a:buChar char=""/>
            </a:pPr>
            <a:r>
              <a:rPr lang="pt-BR" sz="3200">
                <a:latin typeface="Arial"/>
              </a:rPr>
              <a:t>Operador </a:t>
            </a:r>
            <a:r>
              <a:rPr b="1" lang="pt-BR" sz="3200">
                <a:latin typeface="Arial"/>
              </a:rPr>
              <a:t>INS</a:t>
            </a:r>
            <a:r>
              <a:rPr lang="pt-BR" sz="3200">
                <a:latin typeface="Arial"/>
              </a:rPr>
              <a:t>: Define um instrumento aditivo na íntegra por intermédio da sintaxe:</a:t>
            </a:r>
            <a:endParaRPr/>
          </a:p>
          <a:p>
            <a:pPr>
              <a:buSzPct val="45000"/>
              <a:buFont typeface="StarSymbol"/>
              <a:buChar char=""/>
            </a:pPr>
            <a:r>
              <a:rPr b="1" lang="pt-BR" sz="3200">
                <a:latin typeface="Arial"/>
              </a:rPr>
              <a:t>(IS &lt;vigência&gt; &lt;nome-ins&gt; &lt;unidades-H&gt;)</a:t>
            </a:r>
            <a:endParaRPr/>
          </a:p>
          <a:p>
            <a:pPr>
              <a:buSzPct val="45000"/>
              <a:buFont typeface="StarSymbol"/>
              <a:buChar char=""/>
            </a:pPr>
            <a:r>
              <a:rPr b="1" lang="pt-BR" sz="3200">
                <a:latin typeface="Arial"/>
              </a:rPr>
              <a:t>*</a:t>
            </a:r>
            <a:r>
              <a:rPr lang="pt-BR" sz="3200">
                <a:latin typeface="Arial"/>
              </a:rPr>
              <a:t>&lt;vigência&gt;</a:t>
            </a:r>
            <a:r>
              <a:rPr lang="pt-BR" sz="3200">
                <a:latin typeface="Arial"/>
              </a:rPr>
              <a:t> = instante a partir do qual o instrumento deixa de existir;</a:t>
            </a:r>
            <a:endParaRPr/>
          </a:p>
          <a:p>
            <a:pPr>
              <a:buSzPct val="45000"/>
              <a:buFont typeface="StarSymbol"/>
              <a:buChar char=""/>
            </a:pPr>
            <a:r>
              <a:rPr b="1" lang="pt-BR" sz="3200">
                <a:latin typeface="Arial"/>
              </a:rPr>
              <a:t>*</a:t>
            </a:r>
            <a:r>
              <a:rPr lang="pt-BR" sz="3200">
                <a:latin typeface="Arial"/>
              </a:rPr>
              <a:t>&lt;nome-ins&gt;</a:t>
            </a:r>
            <a:r>
              <a:rPr b="1" lang="pt-BR" sz="3200">
                <a:latin typeface="Arial"/>
              </a:rPr>
              <a:t> </a:t>
            </a:r>
            <a:r>
              <a:rPr lang="pt-BR" sz="3200">
                <a:latin typeface="Arial"/>
              </a:rPr>
              <a:t>= cadeia de caracteres;</a:t>
            </a:r>
            <a:endParaRPr/>
          </a:p>
          <a:p>
            <a:pPr>
              <a:buSzPct val="45000"/>
              <a:buFont typeface="StarSymbol"/>
              <a:buChar char=""/>
            </a:pPr>
            <a:r>
              <a:rPr b="1" lang="pt-BR" sz="3200">
                <a:latin typeface="Arial"/>
              </a:rPr>
              <a:t>*</a:t>
            </a:r>
            <a:r>
              <a:rPr lang="pt-BR" sz="3200">
                <a:latin typeface="Arial"/>
              </a:rPr>
              <a:t>&lt;unidades-H&gt;</a:t>
            </a:r>
            <a:r>
              <a:rPr lang="pt-BR" sz="3200">
                <a:latin typeface="Arial"/>
              </a:rPr>
              <a:t> é a lista ( (h1 phi1 e1 lambda1) (h2 phi2 e2 lambda2) ... (hk phik ek lambdak) );</a:t>
            </a:r>
            <a:endParaRPr/>
          </a:p>
        </p:txBody>
      </p:sp>
    </p:spTree>
  </p:cSld>
  <p:timing>
    <p:tnLst>
      <p:par>
        <p:cTn id="11" dur="indefinite" restart="never" nodeType="tmRoot">
          <p:childTnLst>
            <p:seq>
              <p:cTn id="12" nodeType="mainSeq"/>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7" name="TextShape 1"/>
          <p:cNvSpPr txBox="1"/>
          <p:nvPr/>
        </p:nvSpPr>
        <p:spPr>
          <a:xfrm>
            <a:off x="483120" y="153360"/>
            <a:ext cx="8228880" cy="1142640"/>
          </a:xfrm>
          <a:prstGeom prst="rect">
            <a:avLst/>
          </a:prstGeom>
        </p:spPr>
        <p:txBody>
          <a:bodyPr lIns="0" rIns="0" tIns="0" bIns="0" anchor="ctr"/>
          <a:p>
            <a:pPr algn="ctr"/>
            <a:r>
              <a:rPr lang="pt-BR" sz="4400">
                <a:latin typeface="Arial"/>
              </a:rPr>
              <a:t>Parâmetros</a:t>
            </a:r>
            <a:endParaRPr/>
          </a:p>
        </p:txBody>
      </p:sp>
      <p:sp>
        <p:nvSpPr>
          <p:cNvPr id="88" name="TextShape 2"/>
          <p:cNvSpPr txBox="1"/>
          <p:nvPr/>
        </p:nvSpPr>
        <p:spPr>
          <a:xfrm>
            <a:off x="72000" y="1296000"/>
            <a:ext cx="9000000" cy="5562000"/>
          </a:xfrm>
          <a:prstGeom prst="rect">
            <a:avLst/>
          </a:prstGeom>
        </p:spPr>
        <p:txBody>
          <a:bodyPr lIns="0" rIns="0" tIns="0" bIns="0"/>
          <a:p>
            <a:pPr>
              <a:buSzPct val="45000"/>
              <a:buFont typeface="StarSymbol"/>
              <a:buChar char=""/>
            </a:pPr>
            <a:r>
              <a:rPr lang="pt-BR" sz="3200">
                <a:latin typeface="Arial"/>
              </a:rPr>
              <a:t>Operador </a:t>
            </a:r>
            <a:r>
              <a:rPr b="1" lang="pt-BR" sz="3200">
                <a:latin typeface="Arial"/>
              </a:rPr>
              <a:t>EXE</a:t>
            </a:r>
            <a:r>
              <a:rPr lang="pt-BR" sz="3200">
                <a:latin typeface="Arial"/>
              </a:rPr>
              <a:t>: </a:t>
            </a:r>
            <a:endParaRPr/>
          </a:p>
          <a:p>
            <a:pPr algn="just">
              <a:buSzPct val="45000"/>
              <a:buFont typeface="StarSymbol"/>
              <a:buChar char=""/>
            </a:pPr>
            <a:r>
              <a:rPr lang="pt-BR" sz="3200">
                <a:latin typeface="Arial"/>
              </a:rPr>
              <a:t>A aplicação deste operador na forma mostrada abaixo submete uma sequência de eventos espectrais compreendidos entre (dois instantes de nota)  ta e tb aos respectivos </a:t>
            </a:r>
            <a:endParaRPr/>
          </a:p>
          <a:p>
            <a:pPr algn="just">
              <a:buSzPct val="45000"/>
              <a:buFont typeface="StarSymbol"/>
              <a:buChar char=""/>
            </a:pPr>
            <a:r>
              <a:rPr lang="pt-BR" sz="3200">
                <a:latin typeface="Arial"/>
              </a:rPr>
              <a:t>instrumentos da orquestra:</a:t>
            </a:r>
            <a:endParaRPr/>
          </a:p>
          <a:p>
            <a:pPr>
              <a:buSzPct val="45000"/>
              <a:buFont typeface="StarSymbol"/>
              <a:buChar char=""/>
            </a:pPr>
            <a:r>
              <a:rPr lang="pt-BR" sz="3200">
                <a:latin typeface="Arial"/>
              </a:rPr>
              <a:t>(EXE ta tb)</a:t>
            </a:r>
            <a:endParaRPr/>
          </a:p>
          <a:p>
            <a:pPr>
              <a:buSzPct val="45000"/>
              <a:buFont typeface="StarSymbol"/>
              <a:buChar char=""/>
            </a:pPr>
            <a:r>
              <a:rPr lang="pt-BR" sz="3200">
                <a:latin typeface="Arial"/>
              </a:rPr>
              <a:t> </a:t>
            </a:r>
            <a:r>
              <a:rPr lang="pt-BR" sz="3200">
                <a:latin typeface="Arial"/>
              </a:rPr>
              <a:t>(nota_1 -----------------)</a:t>
            </a:r>
            <a:endParaRPr/>
          </a:p>
          <a:p>
            <a:pPr>
              <a:buSzPct val="45000"/>
              <a:buFont typeface="StarSymbol"/>
              <a:buChar char=""/>
            </a:pPr>
            <a:r>
              <a:rPr lang="pt-BR" sz="3200">
                <a:latin typeface="Arial"/>
              </a:rPr>
              <a:t>  </a:t>
            </a:r>
            <a:r>
              <a:rPr lang="pt-BR" sz="3200">
                <a:latin typeface="Arial"/>
              </a:rPr>
              <a:t>...</a:t>
            </a:r>
            <a:endParaRPr/>
          </a:p>
          <a:p>
            <a:pPr>
              <a:buSzPct val="45000"/>
              <a:buFont typeface="StarSymbol"/>
              <a:buChar char=""/>
            </a:pPr>
            <a:r>
              <a:rPr lang="pt-BR" sz="3200">
                <a:latin typeface="Arial"/>
              </a:rPr>
              <a:t>  </a:t>
            </a:r>
            <a:r>
              <a:rPr lang="pt-BR" sz="3200">
                <a:latin typeface="Arial"/>
              </a:rPr>
              <a:t>(nota_n -----------------)</a:t>
            </a:r>
            <a:endParaRPr/>
          </a:p>
          <a:p>
            <a:pPr>
              <a:buSzPct val="45000"/>
              <a:buFont typeface="StarSymbol"/>
              <a:buChar char=""/>
            </a:pPr>
            <a:r>
              <a:rPr lang="pt-BR" sz="3200">
                <a:latin typeface="Arial"/>
              </a:rPr>
              <a:t>(STP)</a:t>
            </a:r>
            <a:endParaRPr/>
          </a:p>
          <a:p>
            <a:pPr>
              <a:buSzPct val="45000"/>
              <a:buFont typeface="StarSymbol"/>
              <a:buChar char=""/>
            </a:pPr>
            <a:r>
              <a:rPr lang="pt-BR" sz="3200">
                <a:latin typeface="Arial"/>
              </a:rPr>
              <a:t>Operador </a:t>
            </a:r>
            <a:r>
              <a:rPr b="1" lang="pt-BR" sz="3200">
                <a:latin typeface="Arial"/>
              </a:rPr>
              <a:t>STP</a:t>
            </a:r>
            <a:r>
              <a:rPr lang="pt-BR" sz="3200">
                <a:latin typeface="Arial"/>
              </a:rPr>
              <a:t>:</a:t>
            </a:r>
            <a:r>
              <a:rPr b="1" lang="pt-BR" sz="3200">
                <a:latin typeface="Arial"/>
              </a:rPr>
              <a:t> </a:t>
            </a:r>
            <a:r>
              <a:rPr lang="pt-BR" sz="3200">
                <a:latin typeface="Arial"/>
              </a:rPr>
              <a:t> encerra um bloco de notas definido por um comando EXE. </a:t>
            </a:r>
            <a:endParaRPr/>
          </a:p>
          <a:p>
            <a:pPr>
              <a:buSzPct val="45000"/>
              <a:buFont typeface="StarSymbol"/>
              <a:buChar char=""/>
            </a:pPr>
            <a:endParaRPr/>
          </a:p>
        </p:txBody>
      </p:sp>
    </p:spTree>
  </p:cSld>
  <p:timing>
    <p:tnLst>
      <p:par>
        <p:cTn id="13" dur="indefinite" restart="never" nodeType="tmRoot">
          <p:childTnLst>
            <p:seq>
              <p:cTn id="14" nodeType="mainSeq"/>
              <p:prevCondLst>
                <p:cond delay="0" evt="onPrev">
                  <p:tgtEl>
                    <p:sldTgt/>
                  </p:tgtEl>
                </p:cond>
              </p:prevCondLst>
              <p:nextCondLst>
                <p:cond delay="0"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9" name="TextShape 1"/>
          <p:cNvSpPr txBox="1"/>
          <p:nvPr/>
        </p:nvSpPr>
        <p:spPr>
          <a:xfrm>
            <a:off x="457200" y="274680"/>
            <a:ext cx="8228880" cy="1142640"/>
          </a:xfrm>
          <a:prstGeom prst="rect">
            <a:avLst/>
          </a:prstGeom>
        </p:spPr>
        <p:txBody>
          <a:bodyPr lIns="0" rIns="0" tIns="0" bIns="0" anchor="ctr"/>
          <a:p>
            <a:pPr algn="ctr"/>
            <a:r>
              <a:rPr lang="pt-BR" sz="4400">
                <a:latin typeface="Arial"/>
              </a:rPr>
              <a:t>Parâmetros</a:t>
            </a:r>
            <a:endParaRPr/>
          </a:p>
        </p:txBody>
      </p:sp>
      <p:sp>
        <p:nvSpPr>
          <p:cNvPr id="90" name="TextShape 2"/>
          <p:cNvSpPr txBox="1"/>
          <p:nvPr/>
        </p:nvSpPr>
        <p:spPr>
          <a:xfrm>
            <a:off x="457200" y="1604520"/>
            <a:ext cx="8229240" cy="3977280"/>
          </a:xfrm>
          <a:prstGeom prst="rect">
            <a:avLst/>
          </a:prstGeom>
        </p:spPr>
        <p:txBody>
          <a:bodyPr lIns="0" rIns="0" tIns="0" bIns="0"/>
          <a:p>
            <a:pPr>
              <a:buSzPct val="45000"/>
              <a:buFont typeface="StarSymbol"/>
              <a:buChar char=""/>
            </a:pPr>
            <a:r>
              <a:rPr lang="pt-BR" sz="3200">
                <a:latin typeface="Arial"/>
              </a:rPr>
              <a:t>Operador </a:t>
            </a:r>
            <a:r>
              <a:rPr b="1" lang="pt-BR" sz="3200">
                <a:latin typeface="Arial"/>
              </a:rPr>
              <a:t>FIM</a:t>
            </a:r>
            <a:r>
              <a:rPr lang="pt-BR" sz="3200">
                <a:latin typeface="Arial"/>
              </a:rPr>
              <a:t>:</a:t>
            </a:r>
            <a:r>
              <a:rPr lang="pt-BR" sz="3200">
                <a:latin typeface="Arial"/>
              </a:rPr>
              <a:t>	</a:t>
            </a:r>
            <a:r>
              <a:rPr lang="pt-BR" sz="3200">
                <a:latin typeface="Arial"/>
              </a:rPr>
              <a:t>E</a:t>
            </a:r>
            <a:r>
              <a:rPr lang="pt-BR" sz="3200">
                <a:latin typeface="Arial"/>
              </a:rPr>
              <a:t>ste último operador encerra a carta espectral. </a:t>
            </a:r>
            <a:endParaRPr/>
          </a:p>
          <a:p>
            <a:pPr>
              <a:buSzPct val="45000"/>
              <a:buFont typeface="StarSymbol"/>
              <a:buChar char=""/>
            </a:pPr>
            <a:r>
              <a:rPr lang="pt-BR" sz="3200">
                <a:latin typeface="Arial"/>
              </a:rPr>
              <a:t>Para cada </a:t>
            </a:r>
            <a:r>
              <a:rPr b="1" lang="pt-BR" sz="3200">
                <a:latin typeface="Arial"/>
              </a:rPr>
              <a:t>nota </a:t>
            </a:r>
            <a:r>
              <a:rPr lang="pt-BR" sz="3200">
                <a:latin typeface="Arial"/>
              </a:rPr>
              <a:t>temos a seguinte sintaxe: </a:t>
            </a:r>
            <a:endParaRPr/>
          </a:p>
          <a:p>
            <a:pPr>
              <a:buSzPct val="45000"/>
              <a:buFont typeface="StarSymbol"/>
              <a:buChar char=""/>
            </a:pPr>
            <a:r>
              <a:rPr lang="pt-BR" sz="3200">
                <a:latin typeface="Arial"/>
              </a:rPr>
              <a:t>nota = ( &lt;instrumento&gt; </a:t>
            </a:r>
            <a:endParaRPr/>
          </a:p>
          <a:p>
            <a:pPr>
              <a:buSzPct val="45000"/>
              <a:buFont typeface="StarSymbol"/>
              <a:buChar char=""/>
            </a:pPr>
            <a:r>
              <a:rPr lang="pt-BR" sz="3200">
                <a:latin typeface="Arial"/>
              </a:rPr>
              <a:t>             </a:t>
            </a:r>
            <a:r>
              <a:rPr lang="pt-BR" sz="3200">
                <a:latin typeface="Arial"/>
              </a:rPr>
              <a:t>&lt;instante inicial&gt; </a:t>
            </a:r>
            <a:endParaRPr/>
          </a:p>
          <a:p>
            <a:pPr>
              <a:buSzPct val="45000"/>
              <a:buFont typeface="StarSymbol"/>
              <a:buChar char=""/>
            </a:pPr>
            <a:r>
              <a:rPr lang="pt-BR" sz="3200">
                <a:latin typeface="Arial"/>
              </a:rPr>
              <a:t>                  </a:t>
            </a:r>
            <a:r>
              <a:rPr lang="pt-BR" sz="3200">
                <a:latin typeface="Arial"/>
              </a:rPr>
              <a:t>&lt;duração&gt; </a:t>
            </a:r>
            <a:endParaRPr/>
          </a:p>
          <a:p>
            <a:pPr>
              <a:buSzPct val="45000"/>
              <a:buFont typeface="StarSymbol"/>
              <a:buChar char=""/>
            </a:pPr>
            <a:r>
              <a:rPr lang="pt-BR" sz="3200">
                <a:latin typeface="Arial"/>
              </a:rPr>
              <a:t>                       </a:t>
            </a:r>
            <a:r>
              <a:rPr lang="pt-BR" sz="3200">
                <a:latin typeface="Arial"/>
              </a:rPr>
              <a:t>&lt;frequência em Hz&gt;</a:t>
            </a:r>
            <a:endParaRPr/>
          </a:p>
          <a:p>
            <a:pPr>
              <a:buSzPct val="45000"/>
              <a:buFont typeface="StarSymbol"/>
              <a:buChar char=""/>
            </a:pPr>
            <a:r>
              <a:rPr lang="pt-BR" sz="3200">
                <a:latin typeface="Arial"/>
              </a:rPr>
              <a:t>                            </a:t>
            </a:r>
            <a:r>
              <a:rPr lang="pt-BR" sz="3200">
                <a:latin typeface="Arial"/>
              </a:rPr>
              <a:t>&lt;amplitude&gt; </a:t>
            </a:r>
            <a:endParaRPr/>
          </a:p>
          <a:p>
            <a:pPr>
              <a:buSzPct val="45000"/>
              <a:buFont typeface="StarSymbol"/>
              <a:buChar char=""/>
            </a:pPr>
            <a:r>
              <a:rPr lang="pt-BR" sz="3200">
                <a:latin typeface="Arial"/>
              </a:rPr>
              <a:t>       </a:t>
            </a:r>
            <a:r>
              <a:rPr lang="pt-BR" sz="3200">
                <a:latin typeface="Arial"/>
              </a:rPr>
              <a:t>)</a:t>
            </a:r>
            <a:endParaRPr/>
          </a:p>
        </p:txBody>
      </p:sp>
    </p:spTree>
  </p:cSld>
  <p:timing>
    <p:tnLst>
      <p:par>
        <p:cTn id="15" dur="indefinite" restart="never" nodeType="tmRoot">
          <p:childTnLst>
            <p:seq>
              <p:cTn id="16" nodeType="mainSeq"/>
              <p:prevCondLst>
                <p:cond delay="0" evt="onPrev">
                  <p:tgtEl>
                    <p:sldTgt/>
                  </p:tgtEl>
                </p:cond>
              </p:prevCondLst>
              <p:nextCondLst>
                <p:cond delay="0"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1" name="TextShape 1"/>
          <p:cNvSpPr txBox="1"/>
          <p:nvPr/>
        </p:nvSpPr>
        <p:spPr>
          <a:xfrm>
            <a:off x="457200" y="274680"/>
            <a:ext cx="8228880" cy="1142640"/>
          </a:xfrm>
          <a:prstGeom prst="rect">
            <a:avLst/>
          </a:prstGeom>
        </p:spPr>
        <p:txBody>
          <a:bodyPr lIns="0" rIns="0" tIns="0" bIns="0" anchor="ctr"/>
          <a:p>
            <a:pPr algn="ctr"/>
            <a:r>
              <a:rPr lang="pt-BR" sz="4400">
                <a:latin typeface="Arial"/>
              </a:rPr>
              <a:t>Instrumentos e Músicas</a:t>
            </a:r>
            <a:endParaRPr/>
          </a:p>
        </p:txBody>
      </p:sp>
      <p:sp>
        <p:nvSpPr>
          <p:cNvPr id="92" name="TextShape 2"/>
          <p:cNvSpPr txBox="1"/>
          <p:nvPr/>
        </p:nvSpPr>
        <p:spPr>
          <a:xfrm>
            <a:off x="457200" y="1604520"/>
            <a:ext cx="8229240" cy="3977280"/>
          </a:xfrm>
          <a:prstGeom prst="rect">
            <a:avLst/>
          </a:prstGeom>
        </p:spPr>
        <p:txBody>
          <a:bodyPr lIns="0" rIns="0" tIns="0" bIns="0"/>
          <a:p>
            <a:pPr algn="just">
              <a:buSzPct val="45000"/>
              <a:buFont typeface="StarSymbol"/>
              <a:buChar char=""/>
            </a:pPr>
            <a:r>
              <a:rPr lang="pt-BR" sz="3200">
                <a:latin typeface="Arial"/>
              </a:rPr>
              <a:t>Para a construção do primeiro instrumento “musical024.ins”, usamos um arquivo chamado de “musical024.wav” do site “static1.grsites.com”¹.</a:t>
            </a:r>
            <a:endParaRPr/>
          </a:p>
          <a:p>
            <a:pPr algn="just">
              <a:buSzPct val="45000"/>
              <a:buFont typeface="StarSymbol"/>
              <a:buChar char=""/>
            </a:pPr>
            <a:r>
              <a:rPr lang="pt-BR" sz="3200">
                <a:latin typeface="Arial"/>
              </a:rPr>
              <a:t>Para a construção do segundo instrumento “birl.ins”, usamos um arquivo chamado “birl.wav” retirado, após converter, de um vídeo do youtube sem característica musical.</a:t>
            </a:r>
            <a:endParaRPr/>
          </a:p>
          <a:p>
            <a:pPr>
              <a:buSzPct val="45000"/>
              <a:buFont typeface="StarSymbol"/>
              <a:buChar char=""/>
            </a:pPr>
            <a:r>
              <a:rPr lang="pt-BR" sz="3200">
                <a:latin typeface="Arial"/>
              </a:rPr>
              <a:t>Obtemos a FFT dos sinais amostrados (arquivos .wav) por meio do programa INS-A.</a:t>
            </a:r>
            <a:endParaRPr/>
          </a:p>
          <a:p>
            <a:pPr>
              <a:buSzPct val="45000"/>
              <a:buFont typeface="StarSymbol"/>
              <a:buChar char=""/>
            </a:pPr>
            <a:endParaRPr/>
          </a:p>
          <a:p>
            <a:pPr>
              <a:buSzPct val="45000"/>
              <a:buFont typeface="StarSymbol"/>
              <a:buChar char=""/>
            </a:pPr>
            <a:endParaRPr/>
          </a:p>
          <a:p>
            <a:pPr>
              <a:buSzPct val="45000"/>
              <a:buFont typeface="StarSymbol"/>
              <a:buChar char=""/>
            </a:pPr>
            <a:endParaRPr/>
          </a:p>
          <a:p>
            <a:pPr>
              <a:buSzPct val="45000"/>
              <a:buFont typeface="StarSymbol"/>
              <a:buChar char=""/>
            </a:pPr>
            <a:r>
              <a:rPr b="1" lang="pt-BR" sz="2400">
                <a:latin typeface="Arial"/>
              </a:rPr>
              <a:t>Referência completa¹:</a:t>
            </a:r>
            <a:r>
              <a:rPr lang="pt-BR" sz="2400">
                <a:latin typeface="Arial"/>
              </a:rPr>
              <a:t> </a:t>
            </a:r>
            <a:r>
              <a:rPr lang="pt-BR" sz="2400">
                <a:latin typeface="Arial"/>
              </a:rPr>
              <a:t>http://static1.grsites.com/archive/sounds/musical/musical024.wav</a:t>
            </a:r>
            <a:endParaRPr/>
          </a:p>
          <a:p>
            <a:pPr>
              <a:buSzPct val="45000"/>
              <a:buFont typeface="StarSymbol"/>
              <a:buChar char=""/>
            </a:pPr>
            <a:r>
              <a:rPr b="1" lang="pt-BR" sz="2400">
                <a:latin typeface="Arial"/>
              </a:rPr>
              <a:t>Referência completa²:</a:t>
            </a:r>
            <a:r>
              <a:rPr lang="pt-BR" sz="2400">
                <a:latin typeface="Arial"/>
              </a:rPr>
              <a:t> https://www.youtube.com/watch?v=LfYJ78lD_5c</a:t>
            </a:r>
            <a:endParaRPr/>
          </a:p>
        </p:txBody>
      </p:sp>
    </p:spTree>
  </p:cSld>
  <p:timing>
    <p:tnLst>
      <p:par>
        <p:cTn id="17" dur="indefinite" restart="never" nodeType="tmRoot">
          <p:childTnLst>
            <p:seq>
              <p:cTn id="18" nodeType="mainSeq"/>
              <p:prevCondLst>
                <p:cond delay="0" evt="onPrev">
                  <p:tgtEl>
                    <p:sldTgt/>
                  </p:tgtEl>
                </p:cond>
              </p:prevCondLst>
              <p:nextCondLst>
                <p:cond delay="0"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3" name="TextShape 1"/>
          <p:cNvSpPr txBox="1"/>
          <p:nvPr/>
        </p:nvSpPr>
        <p:spPr>
          <a:xfrm>
            <a:off x="457200" y="274680"/>
            <a:ext cx="8228880" cy="1142640"/>
          </a:xfrm>
          <a:prstGeom prst="rect">
            <a:avLst/>
          </a:prstGeom>
        </p:spPr>
        <p:txBody>
          <a:bodyPr lIns="0" rIns="0" tIns="0" bIns="0" anchor="ctr"/>
          <a:p>
            <a:pPr algn="ctr"/>
            <a:r>
              <a:rPr lang="pt-BR" sz="4400">
                <a:latin typeface="Arial"/>
              </a:rPr>
              <a:t>Instrumentos e Músicas</a:t>
            </a:r>
            <a:endParaRPr/>
          </a:p>
        </p:txBody>
      </p:sp>
      <p:sp>
        <p:nvSpPr>
          <p:cNvPr id="94" name="TextShape 2"/>
          <p:cNvSpPr txBox="1"/>
          <p:nvPr/>
        </p:nvSpPr>
        <p:spPr>
          <a:xfrm>
            <a:off x="457200" y="1604520"/>
            <a:ext cx="8229240" cy="3977280"/>
          </a:xfrm>
          <a:prstGeom prst="rect">
            <a:avLst/>
          </a:prstGeom>
        </p:spPr>
        <p:txBody>
          <a:bodyPr lIns="0" rIns="0" tIns="0" bIns="0"/>
          <a:p>
            <a:pPr algn="just">
              <a:buSzPct val="45000"/>
              <a:buFont typeface="StarSymbol"/>
              <a:buChar char=""/>
            </a:pPr>
            <a:r>
              <a:rPr lang="pt-BR" sz="3200">
                <a:latin typeface="Arial"/>
              </a:rPr>
              <a:t>A parte da carta correspondente às notas (partitura) que vem logo depois da definição da orquestra, foi </a:t>
            </a:r>
            <a:r>
              <a:rPr b="1" lang="pt-BR" sz="3200">
                <a:latin typeface="Arial"/>
              </a:rPr>
              <a:t>editada à mão</a:t>
            </a:r>
            <a:r>
              <a:rPr lang="pt-BR" sz="3200">
                <a:latin typeface="Arial"/>
              </a:rPr>
              <a:t>.</a:t>
            </a:r>
            <a:endParaRPr/>
          </a:p>
          <a:p>
            <a:pPr algn="just">
              <a:buSzPct val="45000"/>
              <a:buFont typeface="StarSymbol"/>
              <a:buChar char=""/>
            </a:pPr>
            <a:r>
              <a:rPr lang="pt-BR" sz="3200">
                <a:latin typeface="Arial"/>
              </a:rPr>
              <a:t>Músicas escolhidas: </a:t>
            </a:r>
            <a:endParaRPr/>
          </a:p>
          <a:p>
            <a:pPr algn="just">
              <a:buSzPct val="45000"/>
              <a:buFont typeface="StarSymbol"/>
              <a:buChar char=""/>
            </a:pPr>
            <a:r>
              <a:rPr lang="pt-BR" sz="3200">
                <a:latin typeface="Arial"/>
              </a:rPr>
              <a:t>*Música tema da Sadia, empresa subsidiária de produção de alimentos frigoríficos do Brasil.</a:t>
            </a:r>
            <a:endParaRPr/>
          </a:p>
          <a:p>
            <a:pPr algn="just">
              <a:buSzPct val="45000"/>
              <a:buFont typeface="StarSymbol"/>
              <a:buChar char=""/>
            </a:pPr>
            <a:r>
              <a:rPr lang="pt-BR" sz="3200">
                <a:latin typeface="Arial"/>
              </a:rPr>
              <a:t>*Tema infantil: Brilha Brilha estrelinha, escrita por Jane Taylor em 1806.</a:t>
            </a:r>
            <a:endParaRPr/>
          </a:p>
          <a:p>
            <a:pPr algn="just">
              <a:buSzPct val="45000"/>
              <a:buFont typeface="StarSymbol"/>
              <a:buChar char=""/>
            </a:pPr>
            <a:endParaRPr/>
          </a:p>
          <a:p>
            <a:pPr>
              <a:buSzPct val="45000"/>
              <a:buFont typeface="StarSymbol"/>
              <a:buChar char=""/>
            </a:pPr>
            <a:endParaRPr/>
          </a:p>
        </p:txBody>
      </p:sp>
    </p:spTree>
  </p:cSld>
  <p:timing>
    <p:tnLst>
      <p:par>
        <p:cTn id="19" dur="indefinite" restart="never" nodeType="tmRoot">
          <p:childTnLst>
            <p:seq>
              <p:cTn id="20" nodeType="mainSeq"/>
              <p:prevCondLst>
                <p:cond delay="0" evt="onPrev">
                  <p:tgtEl>
                    <p:sldTgt/>
                  </p:tgtEl>
                </p:cond>
              </p:prevCondLst>
              <p:nextCondLst>
                <p:cond delay="0"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5" name="TextShape 1"/>
          <p:cNvSpPr txBox="1"/>
          <p:nvPr/>
        </p:nvSpPr>
        <p:spPr>
          <a:xfrm>
            <a:off x="457200" y="274680"/>
            <a:ext cx="8228880" cy="1142640"/>
          </a:xfrm>
          <a:prstGeom prst="rect">
            <a:avLst/>
          </a:prstGeom>
        </p:spPr>
        <p:txBody>
          <a:bodyPr lIns="0" rIns="0" tIns="0" bIns="0" anchor="ctr"/>
          <a:p>
            <a:pPr algn="ctr"/>
            <a:r>
              <a:rPr lang="pt-BR" sz="4400">
                <a:latin typeface="Arial"/>
              </a:rPr>
              <a:t>Instrumentos e Músicas</a:t>
            </a:r>
            <a:endParaRPr/>
          </a:p>
        </p:txBody>
      </p:sp>
      <p:sp>
        <p:nvSpPr>
          <p:cNvPr id="96" name="TextShape 2"/>
          <p:cNvSpPr txBox="1"/>
          <p:nvPr/>
        </p:nvSpPr>
        <p:spPr>
          <a:xfrm>
            <a:off x="457200" y="1604520"/>
            <a:ext cx="8229240" cy="3977280"/>
          </a:xfrm>
          <a:prstGeom prst="rect">
            <a:avLst/>
          </a:prstGeom>
        </p:spPr>
        <p:txBody>
          <a:bodyPr lIns="0" rIns="0" tIns="0" bIns="0"/>
          <a:p>
            <a:pPr>
              <a:buSzPct val="45000"/>
              <a:buFont typeface="StarSymbol"/>
              <a:buChar char=""/>
            </a:pPr>
            <a:r>
              <a:rPr lang="pt-BR" sz="3200">
                <a:latin typeface="Arial"/>
              </a:rPr>
              <a:t>Tablatura tema Sadia:</a:t>
            </a:r>
            <a:endParaRPr/>
          </a:p>
          <a:p>
            <a:pPr>
              <a:buSzPct val="45000"/>
              <a:buFont typeface="StarSymbol"/>
              <a:buChar char=""/>
            </a:pPr>
            <a:r>
              <a:rPr lang="pt-BR" sz="3200">
                <a:latin typeface="Arial"/>
              </a:rPr>
              <a:t>E|------7-8-7-------------------------|</a:t>
            </a:r>
            <a:endParaRPr/>
          </a:p>
          <a:p>
            <a:pPr>
              <a:buSzPct val="45000"/>
              <a:buFont typeface="StarSymbol"/>
              <a:buChar char=""/>
            </a:pPr>
            <a:r>
              <a:rPr lang="pt-BR" sz="3200">
                <a:latin typeface="Arial"/>
              </a:rPr>
              <a:t>B|----8--------8-------8-8-----------|</a:t>
            </a:r>
            <a:endParaRPr/>
          </a:p>
          <a:p>
            <a:pPr>
              <a:buSzPct val="45000"/>
              <a:buFont typeface="StarSymbol"/>
              <a:buChar char=""/>
            </a:pPr>
            <a:r>
              <a:rPr lang="pt-BR" sz="3200">
                <a:latin typeface="Arial"/>
              </a:rPr>
              <a:t>G|--7------------7--9----7-----------|</a:t>
            </a:r>
            <a:endParaRPr/>
          </a:p>
          <a:p>
            <a:pPr>
              <a:buSzPct val="45000"/>
              <a:buFont typeface="StarSymbol"/>
              <a:buChar char=""/>
            </a:pPr>
            <a:r>
              <a:rPr lang="pt-BR" sz="3200">
                <a:latin typeface="Arial"/>
              </a:rPr>
              <a:t>D|--------------------------------------|</a:t>
            </a:r>
            <a:endParaRPr/>
          </a:p>
          <a:p>
            <a:pPr>
              <a:buSzPct val="45000"/>
              <a:buFont typeface="StarSymbol"/>
              <a:buChar char=""/>
            </a:pPr>
            <a:r>
              <a:rPr lang="pt-BR" sz="3200">
                <a:latin typeface="Arial"/>
              </a:rPr>
              <a:t>A|--------------------------------------|</a:t>
            </a:r>
            <a:endParaRPr/>
          </a:p>
          <a:p>
            <a:pPr>
              <a:buSzPct val="45000"/>
              <a:buFont typeface="StarSymbol"/>
              <a:buChar char=""/>
            </a:pPr>
            <a:r>
              <a:rPr lang="pt-BR" sz="3200">
                <a:latin typeface="Arial"/>
              </a:rPr>
              <a:t>E|--------------------------------------|</a:t>
            </a:r>
            <a:endParaRPr/>
          </a:p>
        </p:txBody>
      </p:sp>
    </p:spTree>
  </p:cSld>
  <p:timing>
    <p:tnLst>
      <p:par>
        <p:cTn id="21" dur="indefinite" restart="never" nodeType="tmRoot">
          <p:childTnLst>
            <p:seq>
              <p:cTn id="22" nodeType="mainSeq"/>
              <p:prevCondLst>
                <p:cond delay="0" evt="onPrev">
                  <p:tgtEl>
                    <p:sldTgt/>
                  </p:tgtEl>
                </p:cond>
              </p:prevCondLst>
              <p:nextCondLst>
                <p:cond delay="0"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7" name="TextShape 1"/>
          <p:cNvSpPr txBox="1"/>
          <p:nvPr/>
        </p:nvSpPr>
        <p:spPr>
          <a:xfrm>
            <a:off x="457200" y="274680"/>
            <a:ext cx="8228880" cy="1142640"/>
          </a:xfrm>
          <a:prstGeom prst="rect">
            <a:avLst/>
          </a:prstGeom>
        </p:spPr>
        <p:txBody>
          <a:bodyPr lIns="0" rIns="0" tIns="0" bIns="0" anchor="ctr"/>
          <a:p>
            <a:pPr algn="ctr"/>
            <a:r>
              <a:rPr lang="pt-BR" sz="4400">
                <a:latin typeface="Arial"/>
              </a:rPr>
              <a:t>Instrumentos e Músicas</a:t>
            </a:r>
            <a:endParaRPr/>
          </a:p>
        </p:txBody>
      </p:sp>
      <p:sp>
        <p:nvSpPr>
          <p:cNvPr id="98" name="TextShape 2"/>
          <p:cNvSpPr txBox="1"/>
          <p:nvPr/>
        </p:nvSpPr>
        <p:spPr>
          <a:xfrm>
            <a:off x="457200" y="1604520"/>
            <a:ext cx="8229240" cy="3977280"/>
          </a:xfrm>
          <a:prstGeom prst="rect">
            <a:avLst/>
          </a:prstGeom>
        </p:spPr>
        <p:txBody>
          <a:bodyPr lIns="0" rIns="0" tIns="0" bIns="0"/>
          <a:p>
            <a:pPr>
              <a:buSzPct val="45000"/>
              <a:buFont typeface="StarSymbol"/>
              <a:buChar char=""/>
            </a:pPr>
            <a:r>
              <a:rPr b="1" lang="pt-BR" sz="3200">
                <a:latin typeface="Arial"/>
              </a:rPr>
              <a:t>Partitura</a:t>
            </a:r>
            <a:r>
              <a:rPr lang="pt-BR" sz="3200">
                <a:latin typeface="Arial"/>
              </a:rPr>
              <a:t> brilha brilha estrelinha:</a:t>
            </a:r>
            <a:endParaRPr/>
          </a:p>
          <a:p>
            <a:pPr>
              <a:buSzPct val="45000"/>
              <a:buFont typeface="StarSymbol"/>
              <a:buChar char=""/>
            </a:pPr>
            <a:endParaRPr/>
          </a:p>
        </p:txBody>
      </p:sp>
      <p:pic>
        <p:nvPicPr>
          <p:cNvPr id="99" name="" descr=""/>
          <p:cNvPicPr/>
          <p:nvPr/>
        </p:nvPicPr>
        <p:blipFill>
          <a:blip r:embed="rId1"/>
          <a:stretch>
            <a:fillRect/>
          </a:stretch>
        </p:blipFill>
        <p:spPr>
          <a:xfrm>
            <a:off x="360000" y="2022480"/>
            <a:ext cx="8405280" cy="4745520"/>
          </a:xfrm>
          <a:prstGeom prst="rect">
            <a:avLst/>
          </a:prstGeom>
          <a:ln>
            <a:noFill/>
          </a:ln>
        </p:spPr>
      </p:pic>
    </p:spTree>
  </p:cSld>
  <p:timing>
    <p:tnLst>
      <p:par>
        <p:cTn id="23" dur="indefinite" restart="never" nodeType="tmRoot">
          <p:childTnLst>
            <p:seq>
              <p:cTn id="24" nodeType="mainSeq"/>
              <p:prevCondLst>
                <p:cond delay="0" evt="onPrev">
                  <p:tgtEl>
                    <p:sldTgt/>
                  </p:tgtEl>
                </p:cond>
              </p:prevCondLst>
              <p:nextCondLst>
                <p:cond delay="0"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TextShape 1"/>
          <p:cNvSpPr txBox="1"/>
          <p:nvPr/>
        </p:nvSpPr>
        <p:spPr>
          <a:xfrm>
            <a:off x="457200" y="274680"/>
            <a:ext cx="8228880" cy="1142640"/>
          </a:xfrm>
          <a:prstGeom prst="rect">
            <a:avLst/>
          </a:prstGeom>
        </p:spPr>
        <p:txBody>
          <a:bodyPr lIns="0" rIns="0" tIns="0" bIns="0" anchor="ctr"/>
          <a:p>
            <a:pPr algn="ctr"/>
            <a:r>
              <a:rPr lang="pt-BR" sz="4400">
                <a:latin typeface="Arial"/>
              </a:rPr>
              <a:t>Cartas</a:t>
            </a:r>
            <a:endParaRPr/>
          </a:p>
        </p:txBody>
      </p:sp>
      <p:sp>
        <p:nvSpPr>
          <p:cNvPr id="101" name="TextShape 2"/>
          <p:cNvSpPr txBox="1"/>
          <p:nvPr/>
        </p:nvSpPr>
        <p:spPr>
          <a:xfrm>
            <a:off x="457200" y="1604520"/>
            <a:ext cx="8229240" cy="3977280"/>
          </a:xfrm>
          <a:prstGeom prst="rect">
            <a:avLst/>
          </a:prstGeom>
        </p:spPr>
        <p:txBody>
          <a:bodyPr lIns="0" rIns="0" tIns="0" bIns="0"/>
          <a:p>
            <a:pPr>
              <a:buSzPct val="45000"/>
              <a:buFont typeface="StarSymbol"/>
              <a:buChar char=""/>
            </a:pPr>
            <a:r>
              <a:rPr lang="pt-BR" sz="3200">
                <a:latin typeface="Arial"/>
              </a:rPr>
              <a:t>Brilha Brilha Estrelinha (Notas)</a:t>
            </a:r>
            <a:endParaRPr/>
          </a:p>
          <a:p>
            <a:pPr>
              <a:buSzPct val="45000"/>
              <a:buFont typeface="StarSymbol"/>
              <a:buChar char=""/>
            </a:pPr>
            <a:endParaRPr/>
          </a:p>
        </p:txBody>
      </p:sp>
      <p:pic>
        <p:nvPicPr>
          <p:cNvPr id="102" name="" descr=""/>
          <p:cNvPicPr/>
          <p:nvPr/>
        </p:nvPicPr>
        <p:blipFill>
          <a:blip r:embed="rId1"/>
          <a:stretch>
            <a:fillRect/>
          </a:stretch>
        </p:blipFill>
        <p:spPr>
          <a:xfrm>
            <a:off x="1944000" y="2376000"/>
            <a:ext cx="5400000" cy="4392000"/>
          </a:xfrm>
          <a:prstGeom prst="rect">
            <a:avLst/>
          </a:prstGeom>
          <a:ln>
            <a:noFill/>
          </a:ln>
        </p:spPr>
      </p:pic>
    </p:spTree>
  </p:cSld>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3" name="TextShape 1"/>
          <p:cNvSpPr txBox="1"/>
          <p:nvPr/>
        </p:nvSpPr>
        <p:spPr>
          <a:xfrm>
            <a:off x="457200" y="274680"/>
            <a:ext cx="8228880" cy="1142640"/>
          </a:xfrm>
          <a:prstGeom prst="rect">
            <a:avLst/>
          </a:prstGeom>
        </p:spPr>
        <p:txBody>
          <a:bodyPr lIns="0" rIns="0" tIns="0" bIns="0" anchor="ctr"/>
          <a:p>
            <a:pPr algn="ctr"/>
            <a:r>
              <a:rPr lang="pt-BR" sz="4400">
                <a:latin typeface="Arial"/>
              </a:rPr>
              <a:t>Cartas</a:t>
            </a:r>
            <a:endParaRPr/>
          </a:p>
        </p:txBody>
      </p:sp>
      <p:sp>
        <p:nvSpPr>
          <p:cNvPr id="104" name="TextShape 2"/>
          <p:cNvSpPr txBox="1"/>
          <p:nvPr/>
        </p:nvSpPr>
        <p:spPr>
          <a:xfrm>
            <a:off x="457200" y="1604520"/>
            <a:ext cx="8229240" cy="3977280"/>
          </a:xfrm>
          <a:prstGeom prst="rect">
            <a:avLst/>
          </a:prstGeom>
        </p:spPr>
        <p:txBody>
          <a:bodyPr lIns="0" rIns="0" tIns="0" bIns="0"/>
          <a:p>
            <a:pPr>
              <a:buSzPct val="45000"/>
              <a:buFont typeface="StarSymbol"/>
              <a:buChar char=""/>
            </a:pPr>
            <a:r>
              <a:rPr lang="pt-BR" sz="3200">
                <a:latin typeface="Arial"/>
              </a:rPr>
              <a:t>Tema Sadia (Notas)</a:t>
            </a:r>
            <a:endParaRPr/>
          </a:p>
          <a:p>
            <a:pPr>
              <a:buSzPct val="45000"/>
              <a:buFont typeface="StarSymbol"/>
              <a:buChar char=""/>
            </a:pPr>
            <a:endParaRPr/>
          </a:p>
        </p:txBody>
      </p:sp>
      <p:sp>
        <p:nvSpPr>
          <p:cNvPr id="105" name="TextShape 3"/>
          <p:cNvSpPr txBox="1"/>
          <p:nvPr/>
        </p:nvSpPr>
        <p:spPr>
          <a:xfrm>
            <a:off x="4392000" y="6120000"/>
            <a:ext cx="792000" cy="488160"/>
          </a:xfrm>
          <a:prstGeom prst="rect">
            <a:avLst/>
          </a:prstGeom>
        </p:spPr>
        <p:txBody>
          <a:bodyPr lIns="90000" rIns="90000" tIns="45000" bIns="45000"/>
          <a:p>
            <a:pPr algn="ctr"/>
            <a:r>
              <a:rPr b="1" lang="pt-BR" sz="2800">
                <a:latin typeface="Arial"/>
              </a:rPr>
              <a:t>FIM</a:t>
            </a:r>
            <a:endParaRPr/>
          </a:p>
        </p:txBody>
      </p:sp>
      <p:pic>
        <p:nvPicPr>
          <p:cNvPr id="106" name="" descr=""/>
          <p:cNvPicPr/>
          <p:nvPr/>
        </p:nvPicPr>
        <p:blipFill>
          <a:blip r:embed="rId1"/>
          <a:stretch>
            <a:fillRect/>
          </a:stretch>
        </p:blipFill>
        <p:spPr>
          <a:xfrm>
            <a:off x="2448000" y="2214360"/>
            <a:ext cx="4808520" cy="3689640"/>
          </a:xfrm>
          <a:prstGeom prst="rect">
            <a:avLst/>
          </a:prstGeom>
          <a:ln>
            <a:noFill/>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